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95" d="100"/>
          <a:sy n="95" d="100"/>
        </p:scale>
        <p:origin x="4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1F816A-61D8-4489-8F57-33BB9059F85D}" type="doc">
      <dgm:prSet loTypeId="urn:microsoft.com/office/officeart/2005/8/layout/venn2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09F1810-62A5-42DF-8354-2DC7A32276DB}">
      <dgm:prSet phldrT="[Text]" custT="1"/>
      <dgm:spPr>
        <a:xfrm>
          <a:off x="1332147" y="0"/>
          <a:ext cx="4248472" cy="4248472"/>
        </a:xfrm>
        <a:prstGeom prst="ellipse">
          <a:avLst/>
        </a:prstGeom>
        <a:solidFill>
          <a:srgbClr val="B1AE8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1400" b="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 </a:t>
          </a:r>
        </a:p>
      </dgm:t>
    </dgm:pt>
    <dgm:pt modelId="{13CF6180-C6E0-4872-86A1-02F6DC0B4D36}" type="parTrans" cxnId="{0410316C-5BC9-4902-A3C5-1EACC124979C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E5029C6A-18F5-474B-A243-CAA4AB4CA371}" type="sibTrans" cxnId="{0410316C-5BC9-4902-A3C5-1EACC124979C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21707F00-0320-4D15-A8FC-2E252B73BDF0}">
      <dgm:prSet phldrT="[Text]" custT="1"/>
      <dgm:spPr>
        <a:xfrm>
          <a:off x="1863206" y="1062117"/>
          <a:ext cx="3186354" cy="3186354"/>
        </a:xfrm>
        <a:prstGeom prst="ellipse">
          <a:avLst/>
        </a:prstGeom>
        <a:solidFill>
          <a:srgbClr val="B1AE82">
            <a:hueOff val="699327"/>
            <a:satOff val="14614"/>
            <a:lumOff val="5490"/>
            <a:alphaOff val="0"/>
          </a:srgbClr>
        </a:solidFill>
        <a:ln w="9525" cap="flat" cmpd="sng" algn="ctr">
          <a:solidFill>
            <a:srgbClr val="FFFFFE"/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000" b="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Toolkit</a:t>
          </a:r>
          <a:endParaRPr lang="en-US" sz="1400" b="0" dirty="0">
            <a:solidFill>
              <a:srgbClr val="FFFFFE">
                <a:lumMod val="10000"/>
              </a:srgbClr>
            </a:solidFill>
            <a:latin typeface="Calibri"/>
            <a:ea typeface="+mn-ea"/>
            <a:cs typeface="+mn-cs"/>
          </a:endParaRPr>
        </a:p>
      </dgm:t>
    </dgm:pt>
    <dgm:pt modelId="{0F3E3C6B-4A5B-416A-87AE-5191C8E155D5}" type="parTrans" cxnId="{DE572CE9-F537-4E3C-B4A5-C6425D2DDF73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6298C348-C50F-4D18-91D8-15BB72C204CE}" type="sibTrans" cxnId="{DE572CE9-F537-4E3C-B4A5-C6425D2DDF73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6AF98878-70A3-4496-9697-BF58507C66B6}">
      <dgm:prSet phldrT="[Text]" custT="1"/>
      <dgm:spPr>
        <a:xfrm>
          <a:off x="2394265" y="2124236"/>
          <a:ext cx="2124236" cy="2124236"/>
        </a:xfrm>
        <a:prstGeom prst="ellipse">
          <a:avLst/>
        </a:prstGeom>
        <a:solidFill>
          <a:srgbClr val="B1AE82">
            <a:hueOff val="1398654"/>
            <a:satOff val="29227"/>
            <a:lumOff val="10980"/>
            <a:alphaOff val="0"/>
          </a:srgbClr>
        </a:solidFill>
        <a:ln w="9525" cap="flat" cmpd="sng" algn="ctr">
          <a:solidFill>
            <a:srgbClr val="FFFFFE"/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1600" b="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Notation</a:t>
          </a:r>
          <a:endParaRPr lang="en-US" sz="1100" b="0" dirty="0">
            <a:solidFill>
              <a:srgbClr val="FFFFFE">
                <a:lumMod val="10000"/>
              </a:srgbClr>
            </a:solidFill>
            <a:latin typeface="Calibri"/>
            <a:ea typeface="+mn-ea"/>
            <a:cs typeface="+mn-cs"/>
          </a:endParaRPr>
        </a:p>
      </dgm:t>
    </dgm:pt>
    <dgm:pt modelId="{581CEB0C-4C5F-43D4-8065-B83CA3260792}" type="parTrans" cxnId="{2195AE91-F5E9-4443-8894-EF39B4A2A373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1802DCF6-2013-410F-986C-EDBC0811D6B2}" type="sibTrans" cxnId="{2195AE91-F5E9-4443-8894-EF39B4A2A373}">
      <dgm:prSet/>
      <dgm:spPr/>
      <dgm:t>
        <a:bodyPr/>
        <a:lstStyle/>
        <a:p>
          <a:endParaRPr lang="en-US" sz="1800" b="0">
            <a:solidFill>
              <a:schemeClr val="accent6">
                <a:lumMod val="10000"/>
              </a:schemeClr>
            </a:solidFill>
          </a:endParaRPr>
        </a:p>
      </dgm:t>
    </dgm:pt>
    <dgm:pt modelId="{77C601E8-7AA9-4A23-8CC4-80AAB4E51B02}" type="pres">
      <dgm:prSet presAssocID="{811F816A-61D8-4489-8F57-33BB9059F85D}" presName="Name0" presStyleCnt="0">
        <dgm:presLayoutVars>
          <dgm:chMax val="7"/>
          <dgm:resizeHandles val="exact"/>
        </dgm:presLayoutVars>
      </dgm:prSet>
      <dgm:spPr/>
    </dgm:pt>
    <dgm:pt modelId="{8F34D438-D222-432B-B981-C944B08D64BE}" type="pres">
      <dgm:prSet presAssocID="{811F816A-61D8-4489-8F57-33BB9059F85D}" presName="comp1" presStyleCnt="0"/>
      <dgm:spPr/>
    </dgm:pt>
    <dgm:pt modelId="{A3449F74-23C1-49CB-8072-300E61B3018B}" type="pres">
      <dgm:prSet presAssocID="{811F816A-61D8-4489-8F57-33BB9059F85D}" presName="circle1" presStyleLbl="node1" presStyleIdx="0" presStyleCnt="3"/>
      <dgm:spPr/>
    </dgm:pt>
    <dgm:pt modelId="{97442559-607C-4CCD-8BBB-D2EEDB47901C}" type="pres">
      <dgm:prSet presAssocID="{811F816A-61D8-4489-8F57-33BB9059F85D}" presName="c1text" presStyleLbl="node1" presStyleIdx="0" presStyleCnt="3">
        <dgm:presLayoutVars>
          <dgm:bulletEnabled val="1"/>
        </dgm:presLayoutVars>
      </dgm:prSet>
      <dgm:spPr/>
    </dgm:pt>
    <dgm:pt modelId="{CD5ADD61-C618-40F9-A9E1-45EB31025034}" type="pres">
      <dgm:prSet presAssocID="{811F816A-61D8-4489-8F57-33BB9059F85D}" presName="comp2" presStyleCnt="0"/>
      <dgm:spPr/>
    </dgm:pt>
    <dgm:pt modelId="{A0E3EE00-B6D4-4315-B413-5EB053E832FA}" type="pres">
      <dgm:prSet presAssocID="{811F816A-61D8-4489-8F57-33BB9059F85D}" presName="circle2" presStyleLbl="node1" presStyleIdx="1" presStyleCnt="3"/>
      <dgm:spPr/>
    </dgm:pt>
    <dgm:pt modelId="{4C08E169-5CEE-4E9F-87DB-46252A1F8FE3}" type="pres">
      <dgm:prSet presAssocID="{811F816A-61D8-4489-8F57-33BB9059F85D}" presName="c2text" presStyleLbl="node1" presStyleIdx="1" presStyleCnt="3">
        <dgm:presLayoutVars>
          <dgm:bulletEnabled val="1"/>
        </dgm:presLayoutVars>
      </dgm:prSet>
      <dgm:spPr/>
    </dgm:pt>
    <dgm:pt modelId="{EFEDEDE5-8D69-4DA5-9BB6-B8BAC4D4B190}" type="pres">
      <dgm:prSet presAssocID="{811F816A-61D8-4489-8F57-33BB9059F85D}" presName="comp3" presStyleCnt="0"/>
      <dgm:spPr/>
    </dgm:pt>
    <dgm:pt modelId="{F6131DC8-06C5-42D8-8EB3-E5BE09C80136}" type="pres">
      <dgm:prSet presAssocID="{811F816A-61D8-4489-8F57-33BB9059F85D}" presName="circle3" presStyleLbl="node1" presStyleIdx="2" presStyleCnt="3"/>
      <dgm:spPr/>
    </dgm:pt>
    <dgm:pt modelId="{0051DB8A-937F-4633-A200-29D4B5293DC5}" type="pres">
      <dgm:prSet presAssocID="{811F816A-61D8-4489-8F57-33BB9059F85D}" presName="c3text" presStyleLbl="node1" presStyleIdx="2" presStyleCnt="3">
        <dgm:presLayoutVars>
          <dgm:bulletEnabled val="1"/>
        </dgm:presLayoutVars>
      </dgm:prSet>
      <dgm:spPr/>
    </dgm:pt>
  </dgm:ptLst>
  <dgm:cxnLst>
    <dgm:cxn modelId="{2E219667-F6BB-4DE6-B0A4-98A4FB3B57BE}" type="presOf" srcId="{E09F1810-62A5-42DF-8354-2DC7A32276DB}" destId="{A3449F74-23C1-49CB-8072-300E61B3018B}" srcOrd="0" destOrd="0" presId="urn:microsoft.com/office/officeart/2005/8/layout/venn2"/>
    <dgm:cxn modelId="{0410316C-5BC9-4902-A3C5-1EACC124979C}" srcId="{811F816A-61D8-4489-8F57-33BB9059F85D}" destId="{E09F1810-62A5-42DF-8354-2DC7A32276DB}" srcOrd="0" destOrd="0" parTransId="{13CF6180-C6E0-4872-86A1-02F6DC0B4D36}" sibTransId="{E5029C6A-18F5-474B-A243-CAA4AB4CA371}"/>
    <dgm:cxn modelId="{9E2EB86F-38BF-4186-BE28-EA9E4E61BD71}" type="presOf" srcId="{21707F00-0320-4D15-A8FC-2E252B73BDF0}" destId="{A0E3EE00-B6D4-4315-B413-5EB053E832FA}" srcOrd="0" destOrd="0" presId="urn:microsoft.com/office/officeart/2005/8/layout/venn2"/>
    <dgm:cxn modelId="{17905459-0871-475B-8FC8-1596EE45D2B9}" type="presOf" srcId="{E09F1810-62A5-42DF-8354-2DC7A32276DB}" destId="{97442559-607C-4CCD-8BBB-D2EEDB47901C}" srcOrd="1" destOrd="0" presId="urn:microsoft.com/office/officeart/2005/8/layout/venn2"/>
    <dgm:cxn modelId="{2195AE91-F5E9-4443-8894-EF39B4A2A373}" srcId="{811F816A-61D8-4489-8F57-33BB9059F85D}" destId="{6AF98878-70A3-4496-9697-BF58507C66B6}" srcOrd="2" destOrd="0" parTransId="{581CEB0C-4C5F-43D4-8065-B83CA3260792}" sibTransId="{1802DCF6-2013-410F-986C-EDBC0811D6B2}"/>
    <dgm:cxn modelId="{5CE749AA-3A97-410A-B9EC-00A3BD67FC2A}" type="presOf" srcId="{6AF98878-70A3-4496-9697-BF58507C66B6}" destId="{0051DB8A-937F-4633-A200-29D4B5293DC5}" srcOrd="1" destOrd="0" presId="urn:microsoft.com/office/officeart/2005/8/layout/venn2"/>
    <dgm:cxn modelId="{C7D55CAF-4A1D-490C-A667-E0158A88584E}" type="presOf" srcId="{21707F00-0320-4D15-A8FC-2E252B73BDF0}" destId="{4C08E169-5CEE-4E9F-87DB-46252A1F8FE3}" srcOrd="1" destOrd="0" presId="urn:microsoft.com/office/officeart/2005/8/layout/venn2"/>
    <dgm:cxn modelId="{C32493B7-5DBE-4FD9-BABF-43D733915DF1}" type="presOf" srcId="{6AF98878-70A3-4496-9697-BF58507C66B6}" destId="{F6131DC8-06C5-42D8-8EB3-E5BE09C80136}" srcOrd="0" destOrd="0" presId="urn:microsoft.com/office/officeart/2005/8/layout/venn2"/>
    <dgm:cxn modelId="{DE572CE9-F537-4E3C-B4A5-C6425D2DDF73}" srcId="{811F816A-61D8-4489-8F57-33BB9059F85D}" destId="{21707F00-0320-4D15-A8FC-2E252B73BDF0}" srcOrd="1" destOrd="0" parTransId="{0F3E3C6B-4A5B-416A-87AE-5191C8E155D5}" sibTransId="{6298C348-C50F-4D18-91D8-15BB72C204CE}"/>
    <dgm:cxn modelId="{D6690FF1-B54F-4542-9492-14BB37DF459D}" type="presOf" srcId="{811F816A-61D8-4489-8F57-33BB9059F85D}" destId="{77C601E8-7AA9-4A23-8CC4-80AAB4E51B02}" srcOrd="0" destOrd="0" presId="urn:microsoft.com/office/officeart/2005/8/layout/venn2"/>
    <dgm:cxn modelId="{EAC1A7F5-F388-43E8-A45A-EBE695D318D8}" type="presParOf" srcId="{77C601E8-7AA9-4A23-8CC4-80AAB4E51B02}" destId="{8F34D438-D222-432B-B981-C944B08D64BE}" srcOrd="0" destOrd="0" presId="urn:microsoft.com/office/officeart/2005/8/layout/venn2"/>
    <dgm:cxn modelId="{11FDEB56-1B3F-4327-B1D4-144E27B1B331}" type="presParOf" srcId="{8F34D438-D222-432B-B981-C944B08D64BE}" destId="{A3449F74-23C1-49CB-8072-300E61B3018B}" srcOrd="0" destOrd="0" presId="urn:microsoft.com/office/officeart/2005/8/layout/venn2"/>
    <dgm:cxn modelId="{14734A5E-AA2E-4DCB-9782-5D08C86463F6}" type="presParOf" srcId="{8F34D438-D222-432B-B981-C944B08D64BE}" destId="{97442559-607C-4CCD-8BBB-D2EEDB47901C}" srcOrd="1" destOrd="0" presId="urn:microsoft.com/office/officeart/2005/8/layout/venn2"/>
    <dgm:cxn modelId="{34203A33-BEC0-42FC-AD46-F3DBF468559D}" type="presParOf" srcId="{77C601E8-7AA9-4A23-8CC4-80AAB4E51B02}" destId="{CD5ADD61-C618-40F9-A9E1-45EB31025034}" srcOrd="1" destOrd="0" presId="urn:microsoft.com/office/officeart/2005/8/layout/venn2"/>
    <dgm:cxn modelId="{65B2686B-D88F-41A7-A5B7-8A4F3EF249AC}" type="presParOf" srcId="{CD5ADD61-C618-40F9-A9E1-45EB31025034}" destId="{A0E3EE00-B6D4-4315-B413-5EB053E832FA}" srcOrd="0" destOrd="0" presId="urn:microsoft.com/office/officeart/2005/8/layout/venn2"/>
    <dgm:cxn modelId="{B262216D-AB70-46A9-A706-D47EAFBAB3EB}" type="presParOf" srcId="{CD5ADD61-C618-40F9-A9E1-45EB31025034}" destId="{4C08E169-5CEE-4E9F-87DB-46252A1F8FE3}" srcOrd="1" destOrd="0" presId="urn:microsoft.com/office/officeart/2005/8/layout/venn2"/>
    <dgm:cxn modelId="{730C5F8B-2EAE-4A6F-8CC8-D705F995D689}" type="presParOf" srcId="{77C601E8-7AA9-4A23-8CC4-80AAB4E51B02}" destId="{EFEDEDE5-8D69-4DA5-9BB6-B8BAC4D4B190}" srcOrd="2" destOrd="0" presId="urn:microsoft.com/office/officeart/2005/8/layout/venn2"/>
    <dgm:cxn modelId="{72D1660F-4359-434E-9F91-691FCD1BDFBD}" type="presParOf" srcId="{EFEDEDE5-8D69-4DA5-9BB6-B8BAC4D4B190}" destId="{F6131DC8-06C5-42D8-8EB3-E5BE09C80136}" srcOrd="0" destOrd="0" presId="urn:microsoft.com/office/officeart/2005/8/layout/venn2"/>
    <dgm:cxn modelId="{555855F9-93BE-461A-BC7B-DB2937342A7F}" type="presParOf" srcId="{EFEDEDE5-8D69-4DA5-9BB6-B8BAC4D4B190}" destId="{0051DB8A-937F-4633-A200-29D4B5293DC5}" srcOrd="1" destOrd="0" presId="urn:microsoft.com/office/officeart/2005/8/layout/venn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C9A604-9BCA-4AA0-9563-5108990B0556}" type="doc">
      <dgm:prSet loTypeId="urn:microsoft.com/office/officeart/2005/8/layout/cycle8" loCatId="cycle" qsTypeId="urn:microsoft.com/office/officeart/2005/8/quickstyle/simple1" qsCatId="simple" csTypeId="urn:microsoft.com/office/officeart/2005/8/colors/accent4_3" csCatId="accent4" phldr="1"/>
      <dgm:spPr/>
    </dgm:pt>
    <dgm:pt modelId="{CA5F91DD-4BB0-453E-A44D-67B3C3112B7B}">
      <dgm:prSet phldrT="[Text]" custT="1"/>
      <dgm:spPr>
        <a:xfrm>
          <a:off x="295647" y="189069"/>
          <a:ext cx="2443355" cy="2443355"/>
        </a:xfrm>
        <a:prstGeom prst="pie">
          <a:avLst>
            <a:gd name="adj1" fmla="val 9000000"/>
            <a:gd name="adj2" fmla="val 16200000"/>
          </a:avLst>
        </a:prstGeom>
        <a:solidFill>
          <a:srgbClr val="95CCB2">
            <a:shade val="80000"/>
            <a:hueOff val="-90057"/>
            <a:satOff val="5500"/>
            <a:lumOff val="17849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GB" sz="105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8ED33F76-998A-42CC-8F7F-E9015ABF9996}" type="sibTrans" cxnId="{F64BB6C1-779E-41A1-AFA3-52829B4A0AD0}">
      <dgm:prSet/>
      <dgm:spPr/>
      <dgm:t>
        <a:bodyPr/>
        <a:lstStyle/>
        <a:p>
          <a:endParaRPr lang="en-GB" sz="1050"/>
        </a:p>
      </dgm:t>
    </dgm:pt>
    <dgm:pt modelId="{A0E7B628-16FE-4590-AD3B-B442E9C2974C}" type="parTrans" cxnId="{F64BB6C1-779E-41A1-AFA3-52829B4A0AD0}">
      <dgm:prSet/>
      <dgm:spPr/>
      <dgm:t>
        <a:bodyPr/>
        <a:lstStyle/>
        <a:p>
          <a:endParaRPr lang="en-GB" sz="1050"/>
        </a:p>
      </dgm:t>
    </dgm:pt>
    <dgm:pt modelId="{56B42DF1-3BC8-4F3E-AF41-8A4B249B906A}">
      <dgm:prSet phldrT="[Text]" custT="1"/>
      <dgm:spPr>
        <a:xfrm>
          <a:off x="396289" y="189069"/>
          <a:ext cx="2443355" cy="2443355"/>
        </a:xfrm>
        <a:prstGeom prst="pie">
          <a:avLst>
            <a:gd name="adj1" fmla="val 16200000"/>
            <a:gd name="adj2" fmla="val 1800000"/>
          </a:avLst>
        </a:prstGeom>
        <a:solidFill>
          <a:srgbClr val="95CCB2">
            <a:shade val="8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105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 </a:t>
          </a:r>
        </a:p>
      </dgm:t>
    </dgm:pt>
    <dgm:pt modelId="{9C77EE16-9909-4B34-AA46-28406B5A9B3D}" type="sibTrans" cxnId="{90CF5E05-511D-4E54-9857-EF51EF0B697F}">
      <dgm:prSet/>
      <dgm:spPr/>
      <dgm:t>
        <a:bodyPr/>
        <a:lstStyle/>
        <a:p>
          <a:endParaRPr lang="en-GB" sz="1050"/>
        </a:p>
      </dgm:t>
    </dgm:pt>
    <dgm:pt modelId="{CC4EE9D5-02F1-4096-8904-B52190231C90}" type="parTrans" cxnId="{90CF5E05-511D-4E54-9857-EF51EF0B697F}">
      <dgm:prSet/>
      <dgm:spPr/>
      <dgm:t>
        <a:bodyPr/>
        <a:lstStyle/>
        <a:p>
          <a:endParaRPr lang="en-GB" sz="1050"/>
        </a:p>
      </dgm:t>
    </dgm:pt>
    <dgm:pt modelId="{1ACBBBCA-6B54-4912-BCCD-EAFF7AF3E802}">
      <dgm:prSet phldrT="[Text]" custT="1"/>
      <dgm:spPr>
        <a:xfrm>
          <a:off x="345968" y="276331"/>
          <a:ext cx="2443355" cy="2443355"/>
        </a:xfrm>
        <a:prstGeom prst="pie">
          <a:avLst>
            <a:gd name="adj1" fmla="val 1800000"/>
            <a:gd name="adj2" fmla="val 9000000"/>
          </a:avLst>
        </a:prstGeom>
        <a:solidFill>
          <a:srgbClr val="95CCB2">
            <a:shade val="80000"/>
            <a:hueOff val="-45028"/>
            <a:satOff val="2750"/>
            <a:lumOff val="8925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105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 </a:t>
          </a:r>
        </a:p>
      </dgm:t>
    </dgm:pt>
    <dgm:pt modelId="{507ABBF9-60BA-4B4A-9192-A0FB6935F8C3}" type="sibTrans" cxnId="{B7888A03-7689-448B-96B7-8B445E3BD186}">
      <dgm:prSet/>
      <dgm:spPr/>
      <dgm:t>
        <a:bodyPr/>
        <a:lstStyle/>
        <a:p>
          <a:endParaRPr lang="en-GB" sz="1050"/>
        </a:p>
      </dgm:t>
    </dgm:pt>
    <dgm:pt modelId="{34EF5E0D-B25C-412F-AFE1-9F51784B28FB}" type="parTrans" cxnId="{B7888A03-7689-448B-96B7-8B445E3BD186}">
      <dgm:prSet/>
      <dgm:spPr/>
      <dgm:t>
        <a:bodyPr/>
        <a:lstStyle/>
        <a:p>
          <a:endParaRPr lang="en-GB" sz="1050"/>
        </a:p>
      </dgm:t>
    </dgm:pt>
    <dgm:pt modelId="{C9A573FA-B1BE-42CC-8F21-A9DD318B0E69}" type="pres">
      <dgm:prSet presAssocID="{73C9A604-9BCA-4AA0-9563-5108990B0556}" presName="compositeShape" presStyleCnt="0">
        <dgm:presLayoutVars>
          <dgm:chMax val="7"/>
          <dgm:dir/>
          <dgm:resizeHandles val="exact"/>
        </dgm:presLayoutVars>
      </dgm:prSet>
      <dgm:spPr/>
    </dgm:pt>
    <dgm:pt modelId="{9FA1E937-2EF4-435F-BBF5-7C6987484356}" type="pres">
      <dgm:prSet presAssocID="{73C9A604-9BCA-4AA0-9563-5108990B0556}" presName="wedge1" presStyleLbl="node1" presStyleIdx="0" presStyleCnt="3"/>
      <dgm:spPr/>
    </dgm:pt>
    <dgm:pt modelId="{BE9C9601-979A-4989-94C0-0AED526C3275}" type="pres">
      <dgm:prSet presAssocID="{73C9A604-9BCA-4AA0-9563-5108990B0556}" presName="dummy1a" presStyleCnt="0"/>
      <dgm:spPr/>
    </dgm:pt>
    <dgm:pt modelId="{47059DBC-C0F2-4195-92B7-F1A24FE10255}" type="pres">
      <dgm:prSet presAssocID="{73C9A604-9BCA-4AA0-9563-5108990B0556}" presName="dummy1b" presStyleCnt="0"/>
      <dgm:spPr/>
    </dgm:pt>
    <dgm:pt modelId="{7AF3A0EC-BA37-416F-950B-64B58C5ADC10}" type="pres">
      <dgm:prSet presAssocID="{73C9A604-9BCA-4AA0-9563-5108990B055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A40A821-28E5-4A5F-989F-025D0A0050D6}" type="pres">
      <dgm:prSet presAssocID="{73C9A604-9BCA-4AA0-9563-5108990B0556}" presName="wedge2" presStyleLbl="node1" presStyleIdx="1" presStyleCnt="3"/>
      <dgm:spPr/>
    </dgm:pt>
    <dgm:pt modelId="{69476034-4B5D-4C44-8AC1-98FA2C0E7370}" type="pres">
      <dgm:prSet presAssocID="{73C9A604-9BCA-4AA0-9563-5108990B0556}" presName="dummy2a" presStyleCnt="0"/>
      <dgm:spPr/>
    </dgm:pt>
    <dgm:pt modelId="{E93FAFAF-A8A2-478B-9BA6-3A3CA745B5A5}" type="pres">
      <dgm:prSet presAssocID="{73C9A604-9BCA-4AA0-9563-5108990B0556}" presName="dummy2b" presStyleCnt="0"/>
      <dgm:spPr/>
    </dgm:pt>
    <dgm:pt modelId="{61540ACE-7195-4907-8487-C1341746F9CD}" type="pres">
      <dgm:prSet presAssocID="{73C9A604-9BCA-4AA0-9563-5108990B055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E727B48-BB45-4C73-9E18-B91E2EC9C81B}" type="pres">
      <dgm:prSet presAssocID="{73C9A604-9BCA-4AA0-9563-5108990B0556}" presName="wedge3" presStyleLbl="node1" presStyleIdx="2" presStyleCnt="3"/>
      <dgm:spPr/>
    </dgm:pt>
    <dgm:pt modelId="{7894AD4E-9B26-4E5C-B463-DC35E9E55560}" type="pres">
      <dgm:prSet presAssocID="{73C9A604-9BCA-4AA0-9563-5108990B0556}" presName="dummy3a" presStyleCnt="0"/>
      <dgm:spPr/>
    </dgm:pt>
    <dgm:pt modelId="{B51FDEE3-B458-4A42-BFE8-8542BAFCAC63}" type="pres">
      <dgm:prSet presAssocID="{73C9A604-9BCA-4AA0-9563-5108990B0556}" presName="dummy3b" presStyleCnt="0"/>
      <dgm:spPr/>
    </dgm:pt>
    <dgm:pt modelId="{CE300C2C-2C43-470E-95B5-E2104378ED84}" type="pres">
      <dgm:prSet presAssocID="{73C9A604-9BCA-4AA0-9563-5108990B055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7D9239C2-337E-4358-A3C5-23ED49A451B0}" type="pres">
      <dgm:prSet presAssocID="{9C77EE16-9909-4B34-AA46-28406B5A9B3D}" presName="arrowWedge1" presStyleLbl="fgSibTrans2D1" presStyleIdx="0" presStyleCnt="3"/>
      <dgm:spPr>
        <a:xfrm>
          <a:off x="245236" y="37813"/>
          <a:ext cx="2745865" cy="274586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95CCB2">
            <a:shade val="9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7563C355-12C9-4960-BBFE-124E5C8AB4B2}" type="pres">
      <dgm:prSet presAssocID="{507ABBF9-60BA-4B4A-9192-A0FB6935F8C3}" presName="arrowWedge2" presStyleLbl="fgSibTrans2D1" presStyleIdx="1" presStyleCnt="3"/>
      <dgm:spPr>
        <a:xfrm>
          <a:off x="194713" y="124922"/>
          <a:ext cx="2745865" cy="2745865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95CCB2">
            <a:shade val="90000"/>
            <a:hueOff val="-44982"/>
            <a:satOff val="700"/>
            <a:lumOff val="7212"/>
            <a:alphaOff val="0"/>
          </a:srgbClr>
        </a:solidFill>
        <a:ln>
          <a:noFill/>
        </a:ln>
        <a:effectLst/>
      </dgm:spPr>
    </dgm:pt>
    <dgm:pt modelId="{C1799996-D117-4977-8189-64B8F9AE8E3F}" type="pres">
      <dgm:prSet presAssocID="{8ED33F76-998A-42CC-8F7F-E9015ABF9996}" presName="arrowWedge3" presStyleLbl="fgSibTrans2D1" presStyleIdx="2" presStyleCnt="3"/>
      <dgm:spPr>
        <a:xfrm>
          <a:off x="144190" y="37813"/>
          <a:ext cx="2745865" cy="274586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95CCB2">
            <a:shade val="90000"/>
            <a:hueOff val="-89963"/>
            <a:satOff val="1400"/>
            <a:lumOff val="14424"/>
            <a:alphaOff val="0"/>
          </a:srgbClr>
        </a:solidFill>
        <a:ln>
          <a:noFill/>
        </a:ln>
        <a:effectLst/>
      </dgm:spPr>
    </dgm:pt>
  </dgm:ptLst>
  <dgm:cxnLst>
    <dgm:cxn modelId="{B7888A03-7689-448B-96B7-8B445E3BD186}" srcId="{73C9A604-9BCA-4AA0-9563-5108990B0556}" destId="{1ACBBBCA-6B54-4912-BCCD-EAFF7AF3E802}" srcOrd="1" destOrd="0" parTransId="{34EF5E0D-B25C-412F-AFE1-9F51784B28FB}" sibTransId="{507ABBF9-60BA-4B4A-9192-A0FB6935F8C3}"/>
    <dgm:cxn modelId="{90CF5E05-511D-4E54-9857-EF51EF0B697F}" srcId="{73C9A604-9BCA-4AA0-9563-5108990B0556}" destId="{56B42DF1-3BC8-4F3E-AF41-8A4B249B906A}" srcOrd="0" destOrd="0" parTransId="{CC4EE9D5-02F1-4096-8904-B52190231C90}" sibTransId="{9C77EE16-9909-4B34-AA46-28406B5A9B3D}"/>
    <dgm:cxn modelId="{30A4B00C-923E-4AFD-8322-78DBE00C8A77}" type="presOf" srcId="{56B42DF1-3BC8-4F3E-AF41-8A4B249B906A}" destId="{9FA1E937-2EF4-435F-BBF5-7C6987484356}" srcOrd="0" destOrd="0" presId="urn:microsoft.com/office/officeart/2005/8/layout/cycle8"/>
    <dgm:cxn modelId="{03C2CF23-38FC-4B3B-9AF5-AFCAAE77149F}" type="presOf" srcId="{73C9A604-9BCA-4AA0-9563-5108990B0556}" destId="{C9A573FA-B1BE-42CC-8F21-A9DD318B0E69}" srcOrd="0" destOrd="0" presId="urn:microsoft.com/office/officeart/2005/8/layout/cycle8"/>
    <dgm:cxn modelId="{3963D53B-497E-474B-8ADE-CD3A2C53A856}" type="presOf" srcId="{CA5F91DD-4BB0-453E-A44D-67B3C3112B7B}" destId="{FE727B48-BB45-4C73-9E18-B91E2EC9C81B}" srcOrd="0" destOrd="0" presId="urn:microsoft.com/office/officeart/2005/8/layout/cycle8"/>
    <dgm:cxn modelId="{2824E144-D919-4815-92B8-17DD1ED6235C}" type="presOf" srcId="{1ACBBBCA-6B54-4912-BCCD-EAFF7AF3E802}" destId="{61540ACE-7195-4907-8487-C1341746F9CD}" srcOrd="1" destOrd="0" presId="urn:microsoft.com/office/officeart/2005/8/layout/cycle8"/>
    <dgm:cxn modelId="{DBFA5765-7071-4EEC-AC1E-A89EB8D765E0}" type="presOf" srcId="{56B42DF1-3BC8-4F3E-AF41-8A4B249B906A}" destId="{7AF3A0EC-BA37-416F-950B-64B58C5ADC10}" srcOrd="1" destOrd="0" presId="urn:microsoft.com/office/officeart/2005/8/layout/cycle8"/>
    <dgm:cxn modelId="{F64BB6C1-779E-41A1-AFA3-52829B4A0AD0}" srcId="{73C9A604-9BCA-4AA0-9563-5108990B0556}" destId="{CA5F91DD-4BB0-453E-A44D-67B3C3112B7B}" srcOrd="2" destOrd="0" parTransId="{A0E7B628-16FE-4590-AD3B-B442E9C2974C}" sibTransId="{8ED33F76-998A-42CC-8F7F-E9015ABF9996}"/>
    <dgm:cxn modelId="{EBF68BC8-BF4A-4979-A96F-85F6CE88F47D}" type="presOf" srcId="{1ACBBBCA-6B54-4912-BCCD-EAFF7AF3E802}" destId="{4A40A821-28E5-4A5F-989F-025D0A0050D6}" srcOrd="0" destOrd="0" presId="urn:microsoft.com/office/officeart/2005/8/layout/cycle8"/>
    <dgm:cxn modelId="{E2825FDB-EA92-40BC-B7FF-1C9AA2D5EB35}" type="presOf" srcId="{CA5F91DD-4BB0-453E-A44D-67B3C3112B7B}" destId="{CE300C2C-2C43-470E-95B5-E2104378ED84}" srcOrd="1" destOrd="0" presId="urn:microsoft.com/office/officeart/2005/8/layout/cycle8"/>
    <dgm:cxn modelId="{3152A8C8-7651-463C-94C7-93F472796EB7}" type="presParOf" srcId="{C9A573FA-B1BE-42CC-8F21-A9DD318B0E69}" destId="{9FA1E937-2EF4-435F-BBF5-7C6987484356}" srcOrd="0" destOrd="0" presId="urn:microsoft.com/office/officeart/2005/8/layout/cycle8"/>
    <dgm:cxn modelId="{3E0FB0EF-096A-4135-BB2C-480FE134F8CC}" type="presParOf" srcId="{C9A573FA-B1BE-42CC-8F21-A9DD318B0E69}" destId="{BE9C9601-979A-4989-94C0-0AED526C3275}" srcOrd="1" destOrd="0" presId="urn:microsoft.com/office/officeart/2005/8/layout/cycle8"/>
    <dgm:cxn modelId="{D7093CBE-E4DC-4EFB-9E95-014AC559A4CA}" type="presParOf" srcId="{C9A573FA-B1BE-42CC-8F21-A9DD318B0E69}" destId="{47059DBC-C0F2-4195-92B7-F1A24FE10255}" srcOrd="2" destOrd="0" presId="urn:microsoft.com/office/officeart/2005/8/layout/cycle8"/>
    <dgm:cxn modelId="{19F9B4C8-8249-4A91-AAB8-2D59F83A580C}" type="presParOf" srcId="{C9A573FA-B1BE-42CC-8F21-A9DD318B0E69}" destId="{7AF3A0EC-BA37-416F-950B-64B58C5ADC10}" srcOrd="3" destOrd="0" presId="urn:microsoft.com/office/officeart/2005/8/layout/cycle8"/>
    <dgm:cxn modelId="{FFF0160C-3D94-4C3B-A79D-5A7F0B9364C3}" type="presParOf" srcId="{C9A573FA-B1BE-42CC-8F21-A9DD318B0E69}" destId="{4A40A821-28E5-4A5F-989F-025D0A0050D6}" srcOrd="4" destOrd="0" presId="urn:microsoft.com/office/officeart/2005/8/layout/cycle8"/>
    <dgm:cxn modelId="{40B62436-5230-405F-ACA8-D157387D4CBF}" type="presParOf" srcId="{C9A573FA-B1BE-42CC-8F21-A9DD318B0E69}" destId="{69476034-4B5D-4C44-8AC1-98FA2C0E7370}" srcOrd="5" destOrd="0" presId="urn:microsoft.com/office/officeart/2005/8/layout/cycle8"/>
    <dgm:cxn modelId="{43B92707-DA28-4156-BCB9-46AAB4C2E977}" type="presParOf" srcId="{C9A573FA-B1BE-42CC-8F21-A9DD318B0E69}" destId="{E93FAFAF-A8A2-478B-9BA6-3A3CA745B5A5}" srcOrd="6" destOrd="0" presId="urn:microsoft.com/office/officeart/2005/8/layout/cycle8"/>
    <dgm:cxn modelId="{79233DA4-8456-4D64-949D-C92A421E5A70}" type="presParOf" srcId="{C9A573FA-B1BE-42CC-8F21-A9DD318B0E69}" destId="{61540ACE-7195-4907-8487-C1341746F9CD}" srcOrd="7" destOrd="0" presId="urn:microsoft.com/office/officeart/2005/8/layout/cycle8"/>
    <dgm:cxn modelId="{3176C7D4-CC57-44DF-8C9D-5F74EFBE7035}" type="presParOf" srcId="{C9A573FA-B1BE-42CC-8F21-A9DD318B0E69}" destId="{FE727B48-BB45-4C73-9E18-B91E2EC9C81B}" srcOrd="8" destOrd="0" presId="urn:microsoft.com/office/officeart/2005/8/layout/cycle8"/>
    <dgm:cxn modelId="{3BE800FA-8F94-43AB-BFE7-9BADBE761B09}" type="presParOf" srcId="{C9A573FA-B1BE-42CC-8F21-A9DD318B0E69}" destId="{7894AD4E-9B26-4E5C-B463-DC35E9E55560}" srcOrd="9" destOrd="0" presId="urn:microsoft.com/office/officeart/2005/8/layout/cycle8"/>
    <dgm:cxn modelId="{2FFE0319-BE0E-4896-952B-B94EAD57DF62}" type="presParOf" srcId="{C9A573FA-B1BE-42CC-8F21-A9DD318B0E69}" destId="{B51FDEE3-B458-4A42-BFE8-8542BAFCAC63}" srcOrd="10" destOrd="0" presId="urn:microsoft.com/office/officeart/2005/8/layout/cycle8"/>
    <dgm:cxn modelId="{91449D40-11A8-41AA-A68A-044B5D2536C7}" type="presParOf" srcId="{C9A573FA-B1BE-42CC-8F21-A9DD318B0E69}" destId="{CE300C2C-2C43-470E-95B5-E2104378ED84}" srcOrd="11" destOrd="0" presId="urn:microsoft.com/office/officeart/2005/8/layout/cycle8"/>
    <dgm:cxn modelId="{1875140C-7C72-4ADB-8BBE-17E112F50515}" type="presParOf" srcId="{C9A573FA-B1BE-42CC-8F21-A9DD318B0E69}" destId="{7D9239C2-337E-4358-A3C5-23ED49A451B0}" srcOrd="12" destOrd="0" presId="urn:microsoft.com/office/officeart/2005/8/layout/cycle8"/>
    <dgm:cxn modelId="{C4D8B3C8-ECE0-43F9-AB5F-A3D0601AC38A}" type="presParOf" srcId="{C9A573FA-B1BE-42CC-8F21-A9DD318B0E69}" destId="{7563C355-12C9-4960-BBFE-124E5C8AB4B2}" srcOrd="13" destOrd="0" presId="urn:microsoft.com/office/officeart/2005/8/layout/cycle8"/>
    <dgm:cxn modelId="{9BD05BED-CC66-4AC5-933D-B29E16595CFF}" type="presParOf" srcId="{C9A573FA-B1BE-42CC-8F21-A9DD318B0E69}" destId="{C1799996-D117-4977-8189-64B8F9AE8E3F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49F74-23C1-49CB-8072-300E61B3018B}">
      <dsp:nvSpPr>
        <dsp:cNvPr id="0" name=""/>
        <dsp:cNvSpPr/>
      </dsp:nvSpPr>
      <dsp:spPr>
        <a:xfrm>
          <a:off x="1332147" y="0"/>
          <a:ext cx="4248472" cy="4248472"/>
        </a:xfrm>
        <a:prstGeom prst="ellipse">
          <a:avLst/>
        </a:prstGeom>
        <a:solidFill>
          <a:srgbClr val="B1AE8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 </a:t>
          </a:r>
        </a:p>
      </dsp:txBody>
      <dsp:txXfrm>
        <a:off x="2931413" y="305749"/>
        <a:ext cx="1049940" cy="450618"/>
      </dsp:txXfrm>
    </dsp:sp>
    <dsp:sp modelId="{A0E3EE00-B6D4-4315-B413-5EB053E832FA}">
      <dsp:nvSpPr>
        <dsp:cNvPr id="0" name=""/>
        <dsp:cNvSpPr/>
      </dsp:nvSpPr>
      <dsp:spPr>
        <a:xfrm>
          <a:off x="1863206" y="1062117"/>
          <a:ext cx="3186354" cy="3186354"/>
        </a:xfrm>
        <a:prstGeom prst="ellipse">
          <a:avLst/>
        </a:prstGeom>
        <a:solidFill>
          <a:srgbClr val="B1AE82">
            <a:hueOff val="699327"/>
            <a:satOff val="14614"/>
            <a:lumOff val="5490"/>
            <a:alphaOff val="0"/>
          </a:srgbClr>
        </a:solidFill>
        <a:ln w="9525" cap="flat" cmpd="sng" algn="ctr">
          <a:solidFill>
            <a:srgbClr val="FFFFF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Toolkit</a:t>
          </a:r>
          <a:endParaRPr lang="en-US" sz="1400" b="0" kern="1200" dirty="0">
            <a:solidFill>
              <a:srgbClr val="FFFFFE">
                <a:lumMod val="10000"/>
              </a:srgbClr>
            </a:solidFill>
            <a:latin typeface="Calibri"/>
            <a:ea typeface="+mn-ea"/>
            <a:cs typeface="+mn-cs"/>
          </a:endParaRPr>
        </a:p>
      </dsp:txBody>
      <dsp:txXfrm>
        <a:off x="2931413" y="1348758"/>
        <a:ext cx="1049940" cy="422455"/>
      </dsp:txXfrm>
    </dsp:sp>
    <dsp:sp modelId="{F6131DC8-06C5-42D8-8EB3-E5BE09C80136}">
      <dsp:nvSpPr>
        <dsp:cNvPr id="0" name=""/>
        <dsp:cNvSpPr/>
      </dsp:nvSpPr>
      <dsp:spPr>
        <a:xfrm>
          <a:off x="2394265" y="2124236"/>
          <a:ext cx="2124236" cy="2124236"/>
        </a:xfrm>
        <a:prstGeom prst="ellipse">
          <a:avLst/>
        </a:prstGeom>
        <a:solidFill>
          <a:srgbClr val="B1AE82">
            <a:hueOff val="1398654"/>
            <a:satOff val="29227"/>
            <a:lumOff val="10980"/>
            <a:alphaOff val="0"/>
          </a:srgbClr>
        </a:solidFill>
        <a:ln w="9525" cap="flat" cmpd="sng" algn="ctr">
          <a:solidFill>
            <a:srgbClr val="FFFFFE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rgbClr val="FFFFFE">
                  <a:lumMod val="10000"/>
                </a:srgbClr>
              </a:solidFill>
              <a:latin typeface="Calibri"/>
              <a:ea typeface="+mn-ea"/>
              <a:cs typeface="+mn-cs"/>
            </a:rPr>
            <a:t>Notation</a:t>
          </a:r>
          <a:endParaRPr lang="en-US" sz="1100" b="0" kern="1200" dirty="0">
            <a:solidFill>
              <a:srgbClr val="FFFFFE">
                <a:lumMod val="10000"/>
              </a:srgbClr>
            </a:solidFill>
            <a:latin typeface="Calibri"/>
            <a:ea typeface="+mn-ea"/>
            <a:cs typeface="+mn-cs"/>
          </a:endParaRPr>
        </a:p>
      </dsp:txBody>
      <dsp:txXfrm>
        <a:off x="2925325" y="2810839"/>
        <a:ext cx="1062117" cy="751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1E937-2EF4-435F-BBF5-7C6987484356}">
      <dsp:nvSpPr>
        <dsp:cNvPr id="0" name=""/>
        <dsp:cNvSpPr/>
      </dsp:nvSpPr>
      <dsp:spPr>
        <a:xfrm>
          <a:off x="522565" y="196172"/>
          <a:ext cx="2535152" cy="2535152"/>
        </a:xfrm>
        <a:prstGeom prst="pie">
          <a:avLst>
            <a:gd name="adj1" fmla="val 16200000"/>
            <a:gd name="adj2" fmla="val 1800000"/>
          </a:avLst>
        </a:prstGeom>
        <a:solidFill>
          <a:srgbClr val="95CCB2">
            <a:shade val="8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 </a:t>
          </a:r>
        </a:p>
      </dsp:txBody>
      <dsp:txXfrm>
        <a:off x="1991245" y="843878"/>
        <a:ext cx="640223" cy="533519"/>
      </dsp:txXfrm>
    </dsp:sp>
    <dsp:sp modelId="{4A40A821-28E5-4A5F-989F-025D0A0050D6}">
      <dsp:nvSpPr>
        <dsp:cNvPr id="0" name=""/>
        <dsp:cNvSpPr/>
      </dsp:nvSpPr>
      <dsp:spPr>
        <a:xfrm>
          <a:off x="470353" y="286713"/>
          <a:ext cx="2535152" cy="2535152"/>
        </a:xfrm>
        <a:prstGeom prst="pie">
          <a:avLst>
            <a:gd name="adj1" fmla="val 1800000"/>
            <a:gd name="adj2" fmla="val 9000000"/>
          </a:avLst>
        </a:prstGeom>
        <a:solidFill>
          <a:srgbClr val="95CCB2">
            <a:shade val="80000"/>
            <a:hueOff val="-45028"/>
            <a:satOff val="2750"/>
            <a:lumOff val="8925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 </a:t>
          </a:r>
        </a:p>
      </dsp:txBody>
      <dsp:txXfrm>
        <a:off x="1272852" y="2028780"/>
        <a:ext cx="960333" cy="469496"/>
      </dsp:txXfrm>
    </dsp:sp>
    <dsp:sp modelId="{FE727B48-BB45-4C73-9E18-B91E2EC9C81B}">
      <dsp:nvSpPr>
        <dsp:cNvPr id="0" name=""/>
        <dsp:cNvSpPr/>
      </dsp:nvSpPr>
      <dsp:spPr>
        <a:xfrm>
          <a:off x="418141" y="196172"/>
          <a:ext cx="2535152" cy="2535152"/>
        </a:xfrm>
        <a:prstGeom prst="pie">
          <a:avLst>
            <a:gd name="adj1" fmla="val 9000000"/>
            <a:gd name="adj2" fmla="val 16200000"/>
          </a:avLst>
        </a:prstGeom>
        <a:solidFill>
          <a:srgbClr val="95CCB2">
            <a:shade val="80000"/>
            <a:hueOff val="-90057"/>
            <a:satOff val="5500"/>
            <a:lumOff val="17849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844390" y="843878"/>
        <a:ext cx="640223" cy="533519"/>
      </dsp:txXfrm>
    </dsp:sp>
    <dsp:sp modelId="{7D9239C2-337E-4358-A3C5-23ED49A451B0}">
      <dsp:nvSpPr>
        <dsp:cNvPr id="0" name=""/>
        <dsp:cNvSpPr/>
      </dsp:nvSpPr>
      <dsp:spPr>
        <a:xfrm>
          <a:off x="365836" y="39234"/>
          <a:ext cx="2849028" cy="2849028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95CCB2">
            <a:shade val="9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3C355-12C9-4960-BBFE-124E5C8AB4B2}">
      <dsp:nvSpPr>
        <dsp:cNvPr id="0" name=""/>
        <dsp:cNvSpPr/>
      </dsp:nvSpPr>
      <dsp:spPr>
        <a:xfrm>
          <a:off x="313415" y="129615"/>
          <a:ext cx="2849028" cy="2849028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95CCB2">
            <a:shade val="90000"/>
            <a:hueOff val="-44982"/>
            <a:satOff val="700"/>
            <a:lumOff val="7212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99996-D117-4977-8189-64B8F9AE8E3F}">
      <dsp:nvSpPr>
        <dsp:cNvPr id="0" name=""/>
        <dsp:cNvSpPr/>
      </dsp:nvSpPr>
      <dsp:spPr>
        <a:xfrm>
          <a:off x="260993" y="39234"/>
          <a:ext cx="2849028" cy="2849028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95CCB2">
            <a:shade val="90000"/>
            <a:hueOff val="-89963"/>
            <a:satOff val="1400"/>
            <a:lumOff val="14424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0B27-46C1-4CAA-BB5B-8B46C27ED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63EBB-9FF9-4333-B5E3-9C19B99E1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1962-2240-47A7-B279-2846A202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AEB9F-B76B-4C6E-9668-14B29E6B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3764-6263-498A-9A94-DD6B1479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94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1050-5827-44A9-9B71-0F9D75AF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F3E9-EB78-4461-BA55-87D57FD0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05731-8F43-475B-A561-9D4CF2C5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1361-22DA-41E2-A213-78A634F90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10335-675C-4B02-9B51-D8036CA1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8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BDDB-120E-4C1C-85A0-9808882A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69DBE-9D48-46A7-AB85-BB292B8DA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E3B50-070E-40F4-8512-9225E356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EDB47-B668-4006-B94D-D2A1FC8B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783D6-DFBB-496A-9490-E7F8D0F0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86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1054-D4EC-4046-99B0-D773C076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B55F-A0D2-4D98-8484-8664311F5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31805-8438-4AF6-B23A-F9EB8BCEA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6D385-2A9E-4F14-99F6-073BBF04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E2076-0845-4BDF-AA41-9FE76068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92426-89DD-47AA-B8A8-B9DF45F6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3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D1EE-92CF-4A8F-9512-559D17A6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7E4D-DEF7-47C3-9370-B36ECACA0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5BBDB-E773-42A9-8745-D015D06F2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34680-1B7D-4062-904B-50FFE2841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F732A-C472-486F-B4ED-92137EEC0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000B7-7FF5-41B6-89FD-413ECEC2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01A06-9F0D-4934-9D78-3B26A503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DADC2-5B65-4352-8E21-F71BD1B3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10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77BAF-6DD4-4F13-BE48-DD339D365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3649C-25D6-4239-8B11-C57458AA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8B8A0-01BD-47DE-938B-A263A45D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6D76E-7839-4CB4-A5E4-14B35280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10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3482A-7C18-46B8-A015-790524A77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CEC01-E5C0-40DC-9615-DBA9559F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C0A59-BE52-497C-BE75-44B74948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35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983E-469E-484A-8BEB-64B37CA1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7F72-E453-4DDF-BB19-6E1AE2315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FA76C-53A5-4D0F-819D-0A0FD587A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D7189-BF4B-4420-BF33-C71054E3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382DD-23A0-4D0E-82E3-B429577D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AF1F5-7E09-4468-9657-5EC4C38F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72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8682-3E30-4AE5-BD97-57479E73F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A7314-DD8D-4D30-B7A3-29998DB71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8511E-1141-4CDF-A7D4-1364AA67E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72E13-76D3-42A2-8E77-96310DDE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4A45B-A1B8-430F-90A2-932D08BA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BEB91-25B0-4CB8-8FCB-4C7E72B7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1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8884-A542-44E2-BD0C-093954B7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801A0-81A5-4230-9718-C0E44A66D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08EF-CDF3-4BF9-ACE2-E9469CEEA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CE346-5419-4985-A645-DBAFABBA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665BB-B140-4955-BC92-90FDDE9A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51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37DD6F-0FED-4F3E-A0FD-DD2E08A52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1F488-60EC-4752-A49B-D9EDC431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EB838-F8BB-4A7F-8A1B-0B6C4E7E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496A3-5021-43EC-B94B-5F36408C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D694D-6538-4419-B3DF-126A18F7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46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530D75-E04C-468D-87AD-A48CB511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115FF-A97B-4476-85C8-74DFE9E8E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626AA-6070-49A7-AD26-0AA6976D8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23D9-EE6A-436A-B515-91814D163D67}" type="datetimeFigureOut">
              <a:rPr lang="en-GB" smtClean="0"/>
              <a:t>08/08/2018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D6156-FDF5-4577-866C-66F24D269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CDB8C-52B2-49FB-97F0-0F03FF7B7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845AC-19C9-4757-A0FB-35242C0467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82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910DC05B-3C22-4B31-95AD-C55263CF9D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225713"/>
              </p:ext>
            </p:extLst>
          </p:nvPr>
        </p:nvGraphicFramePr>
        <p:xfrm>
          <a:off x="2180298" y="1811274"/>
          <a:ext cx="6912768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407862EE-177D-4E36-B805-A965974058CB}"/>
              </a:ext>
            </a:extLst>
          </p:cNvPr>
          <p:cNvSpPr/>
          <p:nvPr/>
        </p:nvSpPr>
        <p:spPr>
          <a:xfrm>
            <a:off x="2649938" y="1422949"/>
            <a:ext cx="1487530" cy="1408488"/>
          </a:xfrm>
          <a:prstGeom prst="ellipse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Publishers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ADD251B-DC7F-45FE-943A-81FE900C5AD1}"/>
              </a:ext>
            </a:extLst>
          </p:cNvPr>
          <p:cNvSpPr/>
          <p:nvPr/>
        </p:nvSpPr>
        <p:spPr>
          <a:xfrm>
            <a:off x="7687890" y="4010611"/>
            <a:ext cx="1612747" cy="1507067"/>
          </a:xfrm>
          <a:prstGeom prst="ellipse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Software suppliers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64F649-94F2-40B7-AF8E-6613D09E810E}"/>
              </a:ext>
            </a:extLst>
          </p:cNvPr>
          <p:cNvSpPr/>
          <p:nvPr/>
        </p:nvSpPr>
        <p:spPr>
          <a:xfrm>
            <a:off x="2680396" y="5235716"/>
            <a:ext cx="1648503" cy="1505854"/>
          </a:xfrm>
          <a:prstGeom prst="ellipse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source tools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6C04572-713D-4BBF-8932-0361994EA4C1}"/>
              </a:ext>
            </a:extLst>
          </p:cNvPr>
          <p:cNvSpPr/>
          <p:nvPr/>
        </p:nvSpPr>
        <p:spPr>
          <a:xfrm>
            <a:off x="1985117" y="3324026"/>
            <a:ext cx="1487530" cy="1377430"/>
          </a:xfrm>
          <a:prstGeom prst="ellipse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Acceptable format in ISO 11238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9CBC4C-DACB-4409-968D-86A2391D5F1D}"/>
              </a:ext>
            </a:extLst>
          </p:cNvPr>
          <p:cNvSpPr/>
          <p:nvPr/>
        </p:nvSpPr>
        <p:spPr>
          <a:xfrm>
            <a:off x="6695808" y="984493"/>
            <a:ext cx="1487530" cy="1408488"/>
          </a:xfrm>
          <a:prstGeom prst="ellipse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Pharma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EB5DE21-F622-4FC4-95BF-45A0BE9236B2}"/>
              </a:ext>
            </a:extLst>
          </p:cNvPr>
          <p:cNvSpPr/>
          <p:nvPr/>
        </p:nvSpPr>
        <p:spPr>
          <a:xfrm>
            <a:off x="6075055" y="728832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Pfizer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2F3100-7477-4D85-A470-D9B1860F3D72}"/>
              </a:ext>
            </a:extLst>
          </p:cNvPr>
          <p:cNvSpPr/>
          <p:nvPr/>
        </p:nvSpPr>
        <p:spPr>
          <a:xfrm>
            <a:off x="6715684" y="272062"/>
            <a:ext cx="972206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Novartis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8FAB685-AC0F-4EC7-865F-317D4BA7DF0C}"/>
              </a:ext>
            </a:extLst>
          </p:cNvPr>
          <p:cNvSpPr/>
          <p:nvPr/>
        </p:nvSpPr>
        <p:spPr>
          <a:xfrm>
            <a:off x="7682031" y="652539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Roche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1A7B56C-3BEE-47AD-8620-4670E3BE05F7}"/>
              </a:ext>
            </a:extLst>
          </p:cNvPr>
          <p:cNvSpPr/>
          <p:nvPr/>
        </p:nvSpPr>
        <p:spPr>
          <a:xfrm>
            <a:off x="7987260" y="2222561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Ionis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870C519-A790-430E-8B9C-DD0D0A1A6103}"/>
              </a:ext>
            </a:extLst>
          </p:cNvPr>
          <p:cNvSpPr/>
          <p:nvPr/>
        </p:nvSpPr>
        <p:spPr>
          <a:xfrm>
            <a:off x="5294630" y="340144"/>
            <a:ext cx="780425" cy="289826"/>
          </a:xfrm>
          <a:prstGeom prst="roundRect">
            <a:avLst/>
          </a:prstGeom>
          <a:solidFill>
            <a:srgbClr val="C3DC8F">
              <a:lumMod val="60000"/>
              <a:lumOff val="4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666E7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GSK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D894A9D-E1F9-4D89-8B5B-0DB6FF627EA2}"/>
              </a:ext>
            </a:extLst>
          </p:cNvPr>
          <p:cNvSpPr/>
          <p:nvPr/>
        </p:nvSpPr>
        <p:spPr>
          <a:xfrm>
            <a:off x="5177892" y="917248"/>
            <a:ext cx="780425" cy="289826"/>
          </a:xfrm>
          <a:prstGeom prst="roundRect">
            <a:avLst/>
          </a:prstGeom>
          <a:solidFill>
            <a:srgbClr val="C3DC8F">
              <a:lumMod val="60000"/>
              <a:lumOff val="4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666E7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BMS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207731-168B-45AE-B9F3-3898BBB251DF}"/>
              </a:ext>
            </a:extLst>
          </p:cNvPr>
          <p:cNvSpPr/>
          <p:nvPr/>
        </p:nvSpPr>
        <p:spPr>
          <a:xfrm>
            <a:off x="8630283" y="1117576"/>
            <a:ext cx="780425" cy="289826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r>
              <a:rPr lang="en-GB" sz="1600" kern="0" dirty="0">
                <a:latin typeface="Calibri"/>
              </a:rPr>
              <a:t>Merck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3BD992-36FE-4A48-AFE6-C61B95244500}"/>
              </a:ext>
            </a:extLst>
          </p:cNvPr>
          <p:cNvSpPr/>
          <p:nvPr/>
        </p:nvSpPr>
        <p:spPr>
          <a:xfrm>
            <a:off x="8285157" y="1581727"/>
            <a:ext cx="1125551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Rapafusyn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9E007E2-036C-4752-B19B-83B131C46FD2}"/>
              </a:ext>
            </a:extLst>
          </p:cNvPr>
          <p:cNvSpPr/>
          <p:nvPr/>
        </p:nvSpPr>
        <p:spPr>
          <a:xfrm>
            <a:off x="9228429" y="4090283"/>
            <a:ext cx="889854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Biovia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289D1D7-B2B7-4DE9-87DE-5712B1E5AE14}"/>
              </a:ext>
            </a:extLst>
          </p:cNvPr>
          <p:cNvSpPr/>
          <p:nvPr/>
        </p:nvSpPr>
        <p:spPr>
          <a:xfrm>
            <a:off x="7423517" y="5579336"/>
            <a:ext cx="1224136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7A77D8E-9978-4197-A373-9A3C29F25B93}"/>
              </a:ext>
            </a:extLst>
          </p:cNvPr>
          <p:cNvSpPr/>
          <p:nvPr/>
        </p:nvSpPr>
        <p:spPr>
          <a:xfrm>
            <a:off x="9221659" y="5140050"/>
            <a:ext cx="938639" cy="544486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Perkin-Elmer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9A283D8-5106-4A20-A739-08EA837FDD19}"/>
              </a:ext>
            </a:extLst>
          </p:cNvPr>
          <p:cNvSpPr/>
          <p:nvPr/>
        </p:nvSpPr>
        <p:spPr>
          <a:xfrm>
            <a:off x="8734717" y="5851394"/>
            <a:ext cx="938639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IDBS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2F00ECD-FD49-4B73-ACA0-C98C849D552F}"/>
              </a:ext>
            </a:extLst>
          </p:cNvPr>
          <p:cNvSpPr/>
          <p:nvPr/>
        </p:nvSpPr>
        <p:spPr>
          <a:xfrm>
            <a:off x="8365069" y="3582819"/>
            <a:ext cx="1224136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NextMove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C3311DA-EF55-4443-ACB4-2C2871E3472B}"/>
              </a:ext>
            </a:extLst>
          </p:cNvPr>
          <p:cNvSpPr/>
          <p:nvPr/>
        </p:nvSpPr>
        <p:spPr>
          <a:xfrm>
            <a:off x="1661949" y="5910116"/>
            <a:ext cx="889854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RDKit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8108674-87C6-4117-A21E-75CB97E3CE56}"/>
              </a:ext>
            </a:extLst>
          </p:cNvPr>
          <p:cNvSpPr/>
          <p:nvPr/>
        </p:nvSpPr>
        <p:spPr>
          <a:xfrm>
            <a:off x="2542786" y="898686"/>
            <a:ext cx="961862" cy="357908"/>
          </a:xfrm>
          <a:prstGeom prst="roundRect">
            <a:avLst/>
          </a:prstGeom>
          <a:solidFill>
            <a:srgbClr val="258B9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ChEMBL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26A28EA-8848-406C-8050-D0E0060C1B62}"/>
              </a:ext>
            </a:extLst>
          </p:cNvPr>
          <p:cNvSpPr/>
          <p:nvPr/>
        </p:nvSpPr>
        <p:spPr>
          <a:xfrm>
            <a:off x="1650570" y="1438730"/>
            <a:ext cx="1044214" cy="357908"/>
          </a:xfrm>
          <a:prstGeom prst="roundRect">
            <a:avLst/>
          </a:prstGeom>
          <a:solidFill>
            <a:srgbClr val="258B9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PubChem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3E563A-4AA4-465C-8CA2-9E833B1C62A3}"/>
              </a:ext>
            </a:extLst>
          </p:cNvPr>
          <p:cNvSpPr/>
          <p:nvPr/>
        </p:nvSpPr>
        <p:spPr>
          <a:xfrm>
            <a:off x="4738862" y="2278982"/>
            <a:ext cx="1913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None/>
            </a:pPr>
            <a:r>
              <a:rPr lang="en-US" sz="1600" dirty="0">
                <a:solidFill>
                  <a:srgbClr val="FFFFFE">
                    <a:lumMod val="10000"/>
                  </a:srgbClr>
                </a:solidFill>
              </a:rPr>
              <a:t>HELM editor &amp; </a:t>
            </a:r>
            <a:r>
              <a:rPr lang="en-US" sz="1600" dirty="0" err="1">
                <a:solidFill>
                  <a:srgbClr val="FFFFFE">
                    <a:lumMod val="10000"/>
                  </a:srgbClr>
                </a:solidFill>
              </a:rPr>
              <a:t>HAbE</a:t>
            </a:r>
            <a:endParaRPr lang="en-US" sz="1600" dirty="0">
              <a:solidFill>
                <a:srgbClr val="FFFFFE">
                  <a:lumMod val="10000"/>
                </a:srgb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B9B73F-83A9-4ED4-9950-8CBFA8E3D902}"/>
              </a:ext>
            </a:extLst>
          </p:cNvPr>
          <p:cNvSpPr/>
          <p:nvPr/>
        </p:nvSpPr>
        <p:spPr>
          <a:xfrm>
            <a:off x="5445362" y="6216587"/>
            <a:ext cx="1025910" cy="515163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Quattro research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C83D5E9-CBA3-449D-9636-76425180FC5D}"/>
              </a:ext>
            </a:extLst>
          </p:cNvPr>
          <p:cNvSpPr/>
          <p:nvPr/>
        </p:nvSpPr>
        <p:spPr>
          <a:xfrm>
            <a:off x="10011702" y="4643653"/>
            <a:ext cx="1146628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Dotmatics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99AC29-04FE-491F-B931-BF41B2761A2F}"/>
              </a:ext>
            </a:extLst>
          </p:cNvPr>
          <p:cNvSpPr/>
          <p:nvPr/>
        </p:nvSpPr>
        <p:spPr>
          <a:xfrm>
            <a:off x="9295252" y="2178933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Roche</a:t>
            </a:r>
          </a:p>
        </p:txBody>
      </p:sp>
    </p:spTree>
    <p:extLst>
      <p:ext uri="{BB962C8B-B14F-4D97-AF65-F5344CB8AC3E}">
        <p14:creationId xmlns:p14="http://schemas.microsoft.com/office/powerpoint/2010/main" val="418184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425ADA-2983-4A1A-995D-54A97C6FAF81}"/>
              </a:ext>
            </a:extLst>
          </p:cNvPr>
          <p:cNvSpPr/>
          <p:nvPr/>
        </p:nvSpPr>
        <p:spPr>
          <a:xfrm>
            <a:off x="8046779" y="2858843"/>
            <a:ext cx="889854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Biovia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AAEB20-C83E-4D5A-9425-694049C7E756}"/>
              </a:ext>
            </a:extLst>
          </p:cNvPr>
          <p:cNvSpPr/>
          <p:nvPr/>
        </p:nvSpPr>
        <p:spPr>
          <a:xfrm>
            <a:off x="8892606" y="3366191"/>
            <a:ext cx="1224136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ChemAxon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362A7C-6877-407A-B67A-FDC2B088A262}"/>
              </a:ext>
            </a:extLst>
          </p:cNvPr>
          <p:cNvSpPr/>
          <p:nvPr/>
        </p:nvSpPr>
        <p:spPr>
          <a:xfrm>
            <a:off x="9282088" y="2594744"/>
            <a:ext cx="938639" cy="544486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Perkin-Elmer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616DF5-73AA-46C5-9206-F428214F2D5C}"/>
              </a:ext>
            </a:extLst>
          </p:cNvPr>
          <p:cNvSpPr/>
          <p:nvPr/>
        </p:nvSpPr>
        <p:spPr>
          <a:xfrm>
            <a:off x="9112310" y="4027266"/>
            <a:ext cx="938639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26ECD6-0254-49BF-B561-9B7CA9220228}"/>
              </a:ext>
            </a:extLst>
          </p:cNvPr>
          <p:cNvSpPr/>
          <p:nvPr/>
        </p:nvSpPr>
        <p:spPr>
          <a:xfrm>
            <a:off x="8233544" y="2135565"/>
            <a:ext cx="1224136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NextMove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96FE3-EA9F-499A-A0E5-1D4F69DE3214}"/>
              </a:ext>
            </a:extLst>
          </p:cNvPr>
          <p:cNvSpPr/>
          <p:nvPr/>
        </p:nvSpPr>
        <p:spPr>
          <a:xfrm>
            <a:off x="7848448" y="5936891"/>
            <a:ext cx="889854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RDKit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80C09C-18ED-431C-BA04-D0B9EAF0EF73}"/>
              </a:ext>
            </a:extLst>
          </p:cNvPr>
          <p:cNvSpPr/>
          <p:nvPr/>
        </p:nvSpPr>
        <p:spPr>
          <a:xfrm>
            <a:off x="2158256" y="3210993"/>
            <a:ext cx="961862" cy="357908"/>
          </a:xfrm>
          <a:prstGeom prst="roundRect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ChEMBL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F23A64-169C-4FD1-A4E7-220056F407BE}"/>
              </a:ext>
            </a:extLst>
          </p:cNvPr>
          <p:cNvSpPr/>
          <p:nvPr/>
        </p:nvSpPr>
        <p:spPr>
          <a:xfrm>
            <a:off x="1636149" y="4106979"/>
            <a:ext cx="1044214" cy="357908"/>
          </a:xfrm>
          <a:prstGeom prst="roundRect">
            <a:avLst/>
          </a:prstGeom>
          <a:solidFill>
            <a:srgbClr val="95CCB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PubChem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DABD83-5C47-45B0-9ED3-7FE02066FDBF}"/>
              </a:ext>
            </a:extLst>
          </p:cNvPr>
          <p:cNvSpPr/>
          <p:nvPr/>
        </p:nvSpPr>
        <p:spPr>
          <a:xfrm>
            <a:off x="5580808" y="1410512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Pfizer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83EEF4-900D-4ACF-A252-C34A91938816}"/>
              </a:ext>
            </a:extLst>
          </p:cNvPr>
          <p:cNvSpPr/>
          <p:nvPr/>
        </p:nvSpPr>
        <p:spPr>
          <a:xfrm>
            <a:off x="4943957" y="808393"/>
            <a:ext cx="972206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Novartis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350B54-32AB-45AB-93B7-61FE1D7BE246}"/>
              </a:ext>
            </a:extLst>
          </p:cNvPr>
          <p:cNvSpPr/>
          <p:nvPr/>
        </p:nvSpPr>
        <p:spPr>
          <a:xfrm>
            <a:off x="6454089" y="921652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Roche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CBD71B-9D4B-4152-AE43-A187FB141F60}"/>
              </a:ext>
            </a:extLst>
          </p:cNvPr>
          <p:cNvSpPr/>
          <p:nvPr/>
        </p:nvSpPr>
        <p:spPr>
          <a:xfrm>
            <a:off x="6678958" y="1646648"/>
            <a:ext cx="889854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Ionis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018949-AB01-41DA-B157-05F0EFEFE8F3}"/>
              </a:ext>
            </a:extLst>
          </p:cNvPr>
          <p:cNvSpPr/>
          <p:nvPr/>
        </p:nvSpPr>
        <p:spPr>
          <a:xfrm>
            <a:off x="4190483" y="1911451"/>
            <a:ext cx="780425" cy="289826"/>
          </a:xfrm>
          <a:prstGeom prst="roundRect">
            <a:avLst/>
          </a:prstGeom>
          <a:solidFill>
            <a:srgbClr val="C3DC8F">
              <a:lumMod val="60000"/>
              <a:lumOff val="4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666E7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GSK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4FD797-9DC7-45F6-91C4-8A0CD17F5B23}"/>
              </a:ext>
            </a:extLst>
          </p:cNvPr>
          <p:cNvSpPr/>
          <p:nvPr/>
        </p:nvSpPr>
        <p:spPr>
          <a:xfrm>
            <a:off x="2974030" y="1610186"/>
            <a:ext cx="780425" cy="289826"/>
          </a:xfrm>
          <a:prstGeom prst="roundRect">
            <a:avLst/>
          </a:prstGeom>
          <a:solidFill>
            <a:srgbClr val="C3DC8F">
              <a:lumMod val="60000"/>
              <a:lumOff val="4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666E71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BMS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9AF404-8795-48E0-A716-80776165AF67}"/>
              </a:ext>
            </a:extLst>
          </p:cNvPr>
          <p:cNvSpPr/>
          <p:nvPr/>
        </p:nvSpPr>
        <p:spPr>
          <a:xfrm>
            <a:off x="3978851" y="1218881"/>
            <a:ext cx="780425" cy="289826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r>
              <a:rPr lang="en-GB" sz="1600" kern="0" dirty="0">
                <a:solidFill>
                  <a:prstClr val="white"/>
                </a:solidFill>
                <a:latin typeface="Calibri"/>
              </a:rPr>
              <a:t>Merck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019176-F32D-480F-85E4-C5DC6C45C99F}"/>
              </a:ext>
            </a:extLst>
          </p:cNvPr>
          <p:cNvSpPr/>
          <p:nvPr/>
        </p:nvSpPr>
        <p:spPr>
          <a:xfrm>
            <a:off x="7611305" y="1211265"/>
            <a:ext cx="1125551" cy="357908"/>
          </a:xfrm>
          <a:prstGeom prst="roundRect">
            <a:avLst/>
          </a:prstGeom>
          <a:solidFill>
            <a:srgbClr val="C3DC8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Rapafusyn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B003E3-3C43-4753-A0B5-4894F82A9931}"/>
              </a:ext>
            </a:extLst>
          </p:cNvPr>
          <p:cNvSpPr/>
          <p:nvPr/>
        </p:nvSpPr>
        <p:spPr>
          <a:xfrm>
            <a:off x="7335493" y="5210049"/>
            <a:ext cx="1025910" cy="515163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Quattro research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2081113-D708-4966-B757-87F5DA405CBA}"/>
              </a:ext>
            </a:extLst>
          </p:cNvPr>
          <p:cNvSpPr/>
          <p:nvPr/>
        </p:nvSpPr>
        <p:spPr>
          <a:xfrm>
            <a:off x="10220727" y="3597840"/>
            <a:ext cx="1076493" cy="357908"/>
          </a:xfrm>
          <a:prstGeom prst="roundRect">
            <a:avLst/>
          </a:prstGeom>
          <a:solidFill>
            <a:srgbClr val="E5826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r>
              <a:rPr lang="en-GB" sz="1600" kern="0" dirty="0" err="1">
                <a:solidFill>
                  <a:prstClr val="white"/>
                </a:solidFill>
                <a:latin typeface="Calibri"/>
              </a:rPr>
              <a:t>Dotmatics</a:t>
            </a:r>
            <a:endParaRPr lang="en-GB" sz="1600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Star: 4 Points 22">
            <a:extLst>
              <a:ext uri="{FF2B5EF4-FFF2-40B4-BE49-F238E27FC236}">
                <a16:creationId xmlns:a16="http://schemas.microsoft.com/office/drawing/2014/main" id="{3CFC1157-6790-462F-8A8F-698904D5684B}"/>
              </a:ext>
            </a:extLst>
          </p:cNvPr>
          <p:cNvSpPr/>
          <p:nvPr/>
        </p:nvSpPr>
        <p:spPr>
          <a:xfrm>
            <a:off x="4165151" y="2331647"/>
            <a:ext cx="3816424" cy="3888432"/>
          </a:xfrm>
          <a:prstGeom prst="star4">
            <a:avLst/>
          </a:prstGeom>
          <a:solidFill>
            <a:srgbClr val="B1AE82">
              <a:lumMod val="60000"/>
              <a:lumOff val="40000"/>
            </a:srgbClr>
          </a:solidFill>
          <a:ln w="9525" cap="flat" cmpd="sng" algn="ctr">
            <a:solidFill>
              <a:srgbClr val="666E7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6567677B-B2AA-4CCA-8E72-DC594E35B5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932901"/>
              </p:ext>
            </p:extLst>
          </p:nvPr>
        </p:nvGraphicFramePr>
        <p:xfrm>
          <a:off x="4332448" y="2739355"/>
          <a:ext cx="3475859" cy="3018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451B2747-03A9-4C04-922F-A8C2B29F545F}"/>
              </a:ext>
            </a:extLst>
          </p:cNvPr>
          <p:cNvSpPr txBox="1"/>
          <p:nvPr/>
        </p:nvSpPr>
        <p:spPr>
          <a:xfrm>
            <a:off x="4831228" y="3540761"/>
            <a:ext cx="1188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Develop functionality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79FBEB-09BF-4D22-8BA0-F38B4F42ABAC}"/>
              </a:ext>
            </a:extLst>
          </p:cNvPr>
          <p:cNvSpPr txBox="1"/>
          <p:nvPr/>
        </p:nvSpPr>
        <p:spPr>
          <a:xfrm>
            <a:off x="6155583" y="3582908"/>
            <a:ext cx="1188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GB" sz="1400" dirty="0">
                <a:solidFill>
                  <a:sysClr val="window" lastClr="FFFFFF"/>
                </a:solidFill>
              </a:rPr>
              <a:t>Build community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F0949E-D5A8-4A58-9F92-9F5ED323821E}"/>
              </a:ext>
            </a:extLst>
          </p:cNvPr>
          <p:cNvSpPr txBox="1"/>
          <p:nvPr/>
        </p:nvSpPr>
        <p:spPr>
          <a:xfrm>
            <a:off x="5490598" y="4709184"/>
            <a:ext cx="1188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None/>
            </a:pPr>
            <a:r>
              <a:rPr lang="en-GB" sz="1400" dirty="0">
                <a:solidFill>
                  <a:sysClr val="window" lastClr="FFFFFF"/>
                </a:solidFill>
              </a:rPr>
              <a:t>Support adopters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A91161-ED40-40ED-AAEB-0523D1BEF021}"/>
              </a:ext>
            </a:extLst>
          </p:cNvPr>
          <p:cNvSpPr txBox="1"/>
          <p:nvPr/>
        </p:nvSpPr>
        <p:spPr>
          <a:xfrm>
            <a:off x="7975604" y="3900708"/>
            <a:ext cx="108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Software vendors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98C13-9D46-4011-8AFD-9B29006306BB}"/>
              </a:ext>
            </a:extLst>
          </p:cNvPr>
          <p:cNvSpPr txBox="1"/>
          <p:nvPr/>
        </p:nvSpPr>
        <p:spPr>
          <a:xfrm>
            <a:off x="3075255" y="3962767"/>
            <a:ext cx="108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Content providers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886F89-50C0-4F61-83E3-4A15432FBCAA}"/>
              </a:ext>
            </a:extLst>
          </p:cNvPr>
          <p:cNvSpPr txBox="1"/>
          <p:nvPr/>
        </p:nvSpPr>
        <p:spPr>
          <a:xfrm>
            <a:off x="5433263" y="1917652"/>
            <a:ext cx="130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Biopharma</a:t>
            </a:r>
          </a:p>
        </p:txBody>
      </p:sp>
    </p:spTree>
    <p:extLst>
      <p:ext uri="{BB962C8B-B14F-4D97-AF65-F5344CB8AC3E}">
        <p14:creationId xmlns:p14="http://schemas.microsoft.com/office/powerpoint/2010/main" val="45938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</Words>
  <Application>Microsoft Office PowerPoint</Application>
  <PresentationFormat>Widescreen</PresentationFormat>
  <Paragraphs>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Bellamy</dc:creator>
  <cp:lastModifiedBy>Claire Bellamy</cp:lastModifiedBy>
  <cp:revision>6</cp:revision>
  <dcterms:created xsi:type="dcterms:W3CDTF">2018-02-05T15:55:44Z</dcterms:created>
  <dcterms:modified xsi:type="dcterms:W3CDTF">2018-08-08T16:41:29Z</dcterms:modified>
</cp:coreProperties>
</file>