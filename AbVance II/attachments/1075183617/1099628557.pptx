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4"/>
  </p:notesMasterIdLst>
  <p:handoutMasterIdLst>
    <p:handoutMasterId r:id="rId5"/>
  </p:handoutMasterIdLst>
  <p:sldIdLst>
    <p:sldId id="259" r:id="rId2"/>
    <p:sldId id="260"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4C5156"/>
    <a:srgbClr val="1A1C1E"/>
    <a:srgbClr val="228B96"/>
    <a:srgbClr val="249797"/>
    <a:srgbClr val="259958"/>
    <a:srgbClr val="818991"/>
    <a:srgbClr val="666E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4" autoAdjust="0"/>
    <p:restoredTop sz="89094" autoAdjust="0"/>
  </p:normalViewPr>
  <p:slideViewPr>
    <p:cSldViewPr snapToObjects="1" showGuides="1">
      <p:cViewPr varScale="1">
        <p:scale>
          <a:sx n="110" d="100"/>
          <a:sy n="110" d="100"/>
        </p:scale>
        <p:origin x="1464" y="66"/>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118" d="100"/>
          <a:sy n="118" d="100"/>
        </p:scale>
        <p:origin x="-2080"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8600" y="228600"/>
            <a:ext cx="4876800" cy="457200"/>
          </a:xfrm>
          <a:prstGeom prst="rect">
            <a:avLst/>
          </a:prstGeom>
        </p:spPr>
        <p:txBody>
          <a:bodyPr vert="horz" lIns="91440" tIns="45720" rIns="91440" bIns="45720" rtlCol="0"/>
          <a:lstStyle>
            <a:lvl1pPr algn="l">
              <a:defRPr sz="1200"/>
            </a:lvl1pPr>
          </a:lstStyle>
          <a:p>
            <a:endParaRPr lang="en-US" dirty="0">
              <a:latin typeface="Open Sans Light"/>
              <a:cs typeface="Open Sans Light"/>
            </a:endParaRPr>
          </a:p>
        </p:txBody>
      </p:sp>
      <p:sp>
        <p:nvSpPr>
          <p:cNvPr id="3" name="Date Placeholder 2"/>
          <p:cNvSpPr>
            <a:spLocks noGrp="1"/>
          </p:cNvSpPr>
          <p:nvPr>
            <p:ph type="dt" sz="quarter" idx="1"/>
          </p:nvPr>
        </p:nvSpPr>
        <p:spPr>
          <a:xfrm>
            <a:off x="5334000" y="228600"/>
            <a:ext cx="1306068" cy="457200"/>
          </a:xfrm>
          <a:prstGeom prst="rect">
            <a:avLst/>
          </a:prstGeom>
        </p:spPr>
        <p:txBody>
          <a:bodyPr vert="horz" lIns="91440" tIns="45720" rIns="91440" bIns="45720" rtlCol="0"/>
          <a:lstStyle>
            <a:lvl1pPr algn="r">
              <a:defRPr sz="1200"/>
            </a:lvl1pPr>
          </a:lstStyle>
          <a:p>
            <a:fld id="{E5189201-78BD-004E-9F32-35286E4DE5B6}" type="datetime3">
              <a:rPr lang="en-US" smtClean="0">
                <a:latin typeface="Open Sans Light"/>
                <a:cs typeface="Open Sans Light"/>
              </a:rPr>
              <a:t>21 June 2019</a:t>
            </a:fld>
            <a:endParaRPr lang="en-US">
              <a:latin typeface="Open Sans Light"/>
              <a:cs typeface="Open Sans Light"/>
            </a:endParaRPr>
          </a:p>
        </p:txBody>
      </p:sp>
      <p:sp>
        <p:nvSpPr>
          <p:cNvPr id="4" name="Footer Placeholder 3"/>
          <p:cNvSpPr>
            <a:spLocks noGrp="1"/>
          </p:cNvSpPr>
          <p:nvPr>
            <p:ph type="ftr" sz="quarter" idx="2"/>
          </p:nvPr>
        </p:nvSpPr>
        <p:spPr>
          <a:xfrm>
            <a:off x="228600" y="8451279"/>
            <a:ext cx="4876800" cy="457200"/>
          </a:xfrm>
          <a:prstGeom prst="rect">
            <a:avLst/>
          </a:prstGeom>
        </p:spPr>
        <p:txBody>
          <a:bodyPr vert="horz" lIns="91440" tIns="45720" rIns="91440" bIns="45720" rtlCol="0" anchor="b"/>
          <a:lstStyle>
            <a:lvl1pPr algn="l">
              <a:defRPr sz="1200"/>
            </a:lvl1pPr>
          </a:lstStyle>
          <a:p>
            <a:endParaRPr lang="en-US" dirty="0">
              <a:latin typeface="Open Sans Light"/>
              <a:cs typeface="Open Sans Light"/>
            </a:endParaRPr>
          </a:p>
        </p:txBody>
      </p:sp>
      <p:sp>
        <p:nvSpPr>
          <p:cNvPr id="5" name="Slide Number Placeholder 4"/>
          <p:cNvSpPr>
            <a:spLocks noGrp="1"/>
          </p:cNvSpPr>
          <p:nvPr>
            <p:ph type="sldNum" sz="quarter" idx="3"/>
          </p:nvPr>
        </p:nvSpPr>
        <p:spPr>
          <a:xfrm>
            <a:off x="5334000" y="8461947"/>
            <a:ext cx="838200" cy="457200"/>
          </a:xfrm>
          <a:prstGeom prst="rect">
            <a:avLst/>
          </a:prstGeom>
        </p:spPr>
        <p:txBody>
          <a:bodyPr vert="horz" lIns="91440" tIns="45720" rIns="91440" bIns="45720" rtlCol="0" anchor="b"/>
          <a:lstStyle>
            <a:lvl1pPr algn="r">
              <a:defRPr sz="1200"/>
            </a:lvl1pPr>
          </a:lstStyle>
          <a:p>
            <a:fld id="{D5DDAA28-FB28-3D4F-ABDC-2F79D633598F}" type="slidenum">
              <a:rPr lang="en-US" smtClean="0">
                <a:latin typeface="Open Sans Light"/>
                <a:cs typeface="Open Sans Light"/>
              </a:rPr>
              <a:pPr/>
              <a:t>‹#›</a:t>
            </a:fld>
            <a:endParaRPr lang="en-US">
              <a:latin typeface="Open Sans Light"/>
              <a:cs typeface="Open Sans Light"/>
            </a:endParaRPr>
          </a:p>
        </p:txBody>
      </p:sp>
      <p:pic>
        <p:nvPicPr>
          <p:cNvPr id="6" name="Picture 5" descr="PistoiaAlliance_compact_box_grey_RGB.png"/>
          <p:cNvPicPr>
            <a:picLocks noChangeAspect="1"/>
          </p:cNvPicPr>
          <p:nvPr/>
        </p:nvPicPr>
        <p:blipFill>
          <a:blip r:embed="rId2"/>
          <a:stretch>
            <a:fillRect/>
          </a:stretch>
        </p:blipFill>
        <p:spPr>
          <a:xfrm>
            <a:off x="6172200" y="8451279"/>
            <a:ext cx="467868" cy="467868"/>
          </a:xfrm>
          <a:prstGeom prst="rect">
            <a:avLst/>
          </a:prstGeom>
        </p:spPr>
      </p:pic>
    </p:spTree>
    <p:extLst>
      <p:ext uri="{BB962C8B-B14F-4D97-AF65-F5344CB8AC3E}">
        <p14:creationId xmlns:p14="http://schemas.microsoft.com/office/powerpoint/2010/main" val="284560759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8600" y="228600"/>
            <a:ext cx="2743200" cy="457200"/>
          </a:xfrm>
          <a:prstGeom prst="rect">
            <a:avLst/>
          </a:prstGeom>
        </p:spPr>
        <p:txBody>
          <a:bodyPr vert="horz" lIns="91440" tIns="45720" rIns="91440" bIns="45720" rtlCol="0"/>
          <a:lstStyle>
            <a:lvl1pPr algn="l">
              <a:defRPr sz="1200">
                <a:latin typeface="Open Sans Light"/>
                <a:cs typeface="Open Sans Light"/>
              </a:defRPr>
            </a:lvl1pPr>
          </a:lstStyle>
          <a:p>
            <a:endParaRPr lang="en-US"/>
          </a:p>
        </p:txBody>
      </p:sp>
      <p:sp>
        <p:nvSpPr>
          <p:cNvPr id="3" name="Date Placeholder 2"/>
          <p:cNvSpPr>
            <a:spLocks noGrp="1"/>
          </p:cNvSpPr>
          <p:nvPr>
            <p:ph type="dt" idx="1"/>
          </p:nvPr>
        </p:nvSpPr>
        <p:spPr>
          <a:xfrm>
            <a:off x="3884613" y="228600"/>
            <a:ext cx="2971800" cy="457200"/>
          </a:xfrm>
          <a:prstGeom prst="rect">
            <a:avLst/>
          </a:prstGeom>
        </p:spPr>
        <p:txBody>
          <a:bodyPr vert="horz" lIns="91440" tIns="45720" rIns="91440" bIns="45720" rtlCol="0"/>
          <a:lstStyle>
            <a:lvl1pPr algn="r">
              <a:defRPr sz="1200">
                <a:latin typeface="Open Sans Light"/>
                <a:cs typeface="Open Sans Light"/>
              </a:defRPr>
            </a:lvl1pPr>
          </a:lstStyle>
          <a:p>
            <a:fld id="{FBEB4732-FA58-CB41-8D7F-63B5CE8B636C}" type="datetime3">
              <a:rPr lang="en-US" smtClean="0"/>
              <a:pPr/>
              <a:t>21 June 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28600" y="4343400"/>
            <a:ext cx="6411468"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228600" y="8461947"/>
            <a:ext cx="2743200" cy="457200"/>
          </a:xfrm>
          <a:prstGeom prst="rect">
            <a:avLst/>
          </a:prstGeom>
        </p:spPr>
        <p:txBody>
          <a:bodyPr vert="horz" lIns="91440" tIns="45720" rIns="91440" bIns="45720" rtlCol="0" anchor="b"/>
          <a:lstStyle>
            <a:lvl1pPr algn="l">
              <a:defRPr sz="1200">
                <a:latin typeface="Open Sans Light"/>
                <a:cs typeface="Open Sans Light"/>
              </a:defRPr>
            </a:lvl1pPr>
          </a:lstStyle>
          <a:p>
            <a:endParaRPr lang="en-US" dirty="0"/>
          </a:p>
        </p:txBody>
      </p:sp>
      <p:sp>
        <p:nvSpPr>
          <p:cNvPr id="7" name="Slide Number Placeholder 6"/>
          <p:cNvSpPr>
            <a:spLocks noGrp="1"/>
          </p:cNvSpPr>
          <p:nvPr>
            <p:ph type="sldNum" sz="quarter" idx="5"/>
          </p:nvPr>
        </p:nvSpPr>
        <p:spPr>
          <a:xfrm>
            <a:off x="3884613" y="8451279"/>
            <a:ext cx="2287587" cy="467868"/>
          </a:xfrm>
          <a:prstGeom prst="rect">
            <a:avLst/>
          </a:prstGeom>
        </p:spPr>
        <p:txBody>
          <a:bodyPr vert="horz" lIns="91440" tIns="45720" rIns="91440" bIns="45720" rtlCol="0" anchor="b"/>
          <a:lstStyle>
            <a:lvl1pPr algn="r">
              <a:defRPr sz="1200">
                <a:latin typeface="Open Sans Light"/>
                <a:cs typeface="Open Sans Light"/>
              </a:defRPr>
            </a:lvl1pPr>
          </a:lstStyle>
          <a:p>
            <a:fld id="{9719C4BD-C343-8542-86CF-082388D36B2E}" type="slidenum">
              <a:rPr lang="en-US" smtClean="0"/>
              <a:pPr/>
              <a:t>‹#›</a:t>
            </a:fld>
            <a:endParaRPr lang="en-US"/>
          </a:p>
        </p:txBody>
      </p:sp>
      <p:pic>
        <p:nvPicPr>
          <p:cNvPr id="8" name="Picture 7" descr="PistoiaAlliance_compact_box_grey_RGB.png"/>
          <p:cNvPicPr>
            <a:picLocks noChangeAspect="1"/>
          </p:cNvPicPr>
          <p:nvPr/>
        </p:nvPicPr>
        <p:blipFill>
          <a:blip r:embed="rId2"/>
          <a:stretch>
            <a:fillRect/>
          </a:stretch>
        </p:blipFill>
        <p:spPr>
          <a:xfrm>
            <a:off x="6172200" y="8451279"/>
            <a:ext cx="467868" cy="467868"/>
          </a:xfrm>
          <a:prstGeom prst="rect">
            <a:avLst/>
          </a:prstGeom>
        </p:spPr>
      </p:pic>
    </p:spTree>
    <p:extLst>
      <p:ext uri="{BB962C8B-B14F-4D97-AF65-F5344CB8AC3E}">
        <p14:creationId xmlns:p14="http://schemas.microsoft.com/office/powerpoint/2010/main" val="128822094"/>
      </p:ext>
    </p:extLst>
  </p:cSld>
  <p:clrMap bg1="lt1" tx1="dk1" bg2="lt2" tx2="dk2" accent1="accent1" accent2="accent2" accent3="accent3" accent4="accent4" accent5="accent5" accent6="accent6" hlink="hlink" folHlink="folHlink"/>
  <p:hf/>
  <p:notesStyle>
    <a:lvl1pPr marL="0" algn="l" defTabSz="457200" rtl="0" eaLnBrk="1" latinLnBrk="0" hangingPunct="1">
      <a:defRPr sz="1200" kern="1200">
        <a:solidFill>
          <a:schemeClr val="tx1"/>
        </a:solidFill>
        <a:latin typeface="Open Sans Light"/>
        <a:ea typeface="+mn-ea"/>
        <a:cs typeface="Open Sans Light"/>
      </a:defRPr>
    </a:lvl1pPr>
    <a:lvl2pPr marL="457200" algn="l" defTabSz="457200" rtl="0" eaLnBrk="1" latinLnBrk="0" hangingPunct="1">
      <a:defRPr sz="1200" kern="1200">
        <a:solidFill>
          <a:schemeClr val="tx1"/>
        </a:solidFill>
        <a:latin typeface="Open Sans Light"/>
        <a:ea typeface="+mn-ea"/>
        <a:cs typeface="Open Sans Light"/>
      </a:defRPr>
    </a:lvl2pPr>
    <a:lvl3pPr marL="914400" algn="l" defTabSz="457200" rtl="0" eaLnBrk="1" latinLnBrk="0" hangingPunct="1">
      <a:defRPr sz="1200" kern="1200">
        <a:solidFill>
          <a:schemeClr val="tx1"/>
        </a:solidFill>
        <a:latin typeface="Open Sans Light"/>
        <a:ea typeface="+mn-ea"/>
        <a:cs typeface="Open Sans Light"/>
      </a:defRPr>
    </a:lvl3pPr>
    <a:lvl4pPr marL="1371600" algn="l" defTabSz="457200" rtl="0" eaLnBrk="1" latinLnBrk="0" hangingPunct="1">
      <a:defRPr sz="1200" kern="1200">
        <a:solidFill>
          <a:schemeClr val="tx1"/>
        </a:solidFill>
        <a:latin typeface="Open Sans Light"/>
        <a:ea typeface="+mn-ea"/>
        <a:cs typeface="Open Sans Light"/>
      </a:defRPr>
    </a:lvl4pPr>
    <a:lvl5pPr marL="1828800" algn="l" defTabSz="457200" rtl="0" eaLnBrk="1" latinLnBrk="0" hangingPunct="1">
      <a:defRPr sz="1200" kern="1200">
        <a:solidFill>
          <a:schemeClr val="tx1"/>
        </a:solidFill>
        <a:latin typeface="Open Sans Light"/>
        <a:ea typeface="+mn-ea"/>
        <a:cs typeface="Open Sans Light"/>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FBEB4732-FA58-CB41-8D7F-63B5CE8B636C}" type="datetime3">
              <a:rPr lang="en-US" smtClean="0"/>
              <a:pPr/>
              <a:t>21 June 2019</a:t>
            </a:fld>
            <a:endParaRPr lang="en-US"/>
          </a:p>
        </p:txBody>
      </p:sp>
      <p:sp>
        <p:nvSpPr>
          <p:cNvPr id="6" name="Footer Placeholder 5"/>
          <p:cNvSpPr>
            <a:spLocks noGrp="1"/>
          </p:cNvSpPr>
          <p:nvPr>
            <p:ph type="ftr" sz="quarter" idx="4"/>
          </p:nvPr>
        </p:nvSpPr>
        <p:spPr/>
        <p:txBody>
          <a:bodyPr/>
          <a:lstStyle/>
          <a:p>
            <a:endParaRPr lang="en-US" dirty="0"/>
          </a:p>
        </p:txBody>
      </p:sp>
      <p:sp>
        <p:nvSpPr>
          <p:cNvPr id="7" name="Slide Number Placeholder 6"/>
          <p:cNvSpPr>
            <a:spLocks noGrp="1"/>
          </p:cNvSpPr>
          <p:nvPr>
            <p:ph type="sldNum" sz="quarter" idx="5"/>
          </p:nvPr>
        </p:nvSpPr>
        <p:spPr/>
        <p:txBody>
          <a:bodyPr/>
          <a:lstStyle/>
          <a:p>
            <a:fld id="{9719C4BD-C343-8542-86CF-082388D36B2E}" type="slidenum">
              <a:rPr lang="en-US" smtClean="0"/>
              <a:pPr/>
              <a:t>2</a:t>
            </a:fld>
            <a:endParaRPr lang="en-US"/>
          </a:p>
        </p:txBody>
      </p:sp>
    </p:spTree>
    <p:extLst>
      <p:ext uri="{BB962C8B-B14F-4D97-AF65-F5344CB8AC3E}">
        <p14:creationId xmlns:p14="http://schemas.microsoft.com/office/powerpoint/2010/main" val="2441265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Text or Diagr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Open Sans" charset="0"/>
                <a:ea typeface="Open Sans" charset="0"/>
                <a:cs typeface="Open Sans" charset="0"/>
              </a:defRPr>
            </a:lvl1pPr>
          </a:lstStyle>
          <a:p>
            <a:r>
              <a:rPr lang="en-GB"/>
              <a:t>Click to edit Master title style</a:t>
            </a:r>
            <a:endParaRPr lang="en-US"/>
          </a:p>
        </p:txBody>
      </p:sp>
      <p:sp>
        <p:nvSpPr>
          <p:cNvPr id="3" name="Footer Placeholder 2"/>
          <p:cNvSpPr>
            <a:spLocks noGrp="1"/>
          </p:cNvSpPr>
          <p:nvPr>
            <p:ph type="ftr" sz="quarter" idx="10"/>
          </p:nvPr>
        </p:nvSpPr>
        <p:spPr/>
        <p:txBody>
          <a:bodyPr/>
          <a:lstStyle>
            <a:lvl1pPr>
              <a:defRPr>
                <a:latin typeface="Open Sans" charset="0"/>
                <a:ea typeface="Open Sans" charset="0"/>
                <a:cs typeface="Open Sans" charset="0"/>
              </a:defRPr>
            </a:lvl1pPr>
          </a:lstStyle>
          <a:p>
            <a:endParaRPr lang="en-US" dirty="0"/>
          </a:p>
        </p:txBody>
      </p:sp>
      <p:sp>
        <p:nvSpPr>
          <p:cNvPr id="4" name="Slide Number Placeholder 3"/>
          <p:cNvSpPr>
            <a:spLocks noGrp="1"/>
          </p:cNvSpPr>
          <p:nvPr>
            <p:ph type="sldNum" sz="quarter" idx="11"/>
          </p:nvPr>
        </p:nvSpPr>
        <p:spPr/>
        <p:txBody>
          <a:bodyPr/>
          <a:lstStyle>
            <a:lvl1pPr>
              <a:defRPr>
                <a:latin typeface="Open Sans" charset="0"/>
                <a:ea typeface="Open Sans" charset="0"/>
                <a:cs typeface="Open Sans" charset="0"/>
              </a:defRPr>
            </a:lvl1pPr>
          </a:lstStyle>
          <a:p>
            <a:fld id="{098AEABF-7EFC-C542-BC91-5F53F601ED7B}" type="slidenum">
              <a:rPr lang="en-US" smtClean="0"/>
              <a:pPr/>
              <a:t>‹#›</a:t>
            </a:fld>
            <a:endParaRPr lang="en-US" dirty="0"/>
          </a:p>
        </p:txBody>
      </p:sp>
      <p:sp>
        <p:nvSpPr>
          <p:cNvPr id="5" name="Date Placeholder 4"/>
          <p:cNvSpPr>
            <a:spLocks noGrp="1"/>
          </p:cNvSpPr>
          <p:nvPr>
            <p:ph type="dt" sz="half" idx="12"/>
          </p:nvPr>
        </p:nvSpPr>
        <p:spPr/>
        <p:txBody>
          <a:bodyPr/>
          <a:lstStyle>
            <a:lvl1pPr>
              <a:defRPr>
                <a:latin typeface="Open Sans" charset="0"/>
                <a:ea typeface="Open Sans" charset="0"/>
                <a:cs typeface="Open Sans" charset="0"/>
              </a:defRPr>
            </a:lvl1pPr>
          </a:lstStyle>
          <a:p>
            <a:fld id="{FD61CEE0-8A0E-574A-8FC2-CE7BA89F0253}" type="datetime3">
              <a:rPr lang="en-GB" smtClean="0"/>
              <a:pPr/>
              <a:t>21 June, 2019</a:t>
            </a:fld>
            <a:endParaRPr lang="en-US" dirty="0"/>
          </a:p>
        </p:txBody>
      </p:sp>
      <p:sp>
        <p:nvSpPr>
          <p:cNvPr id="8" name="Picture Placeholder 7"/>
          <p:cNvSpPr>
            <a:spLocks noGrp="1"/>
          </p:cNvSpPr>
          <p:nvPr>
            <p:ph type="pic" sz="quarter" idx="14" hasCustomPrompt="1"/>
          </p:nvPr>
        </p:nvSpPr>
        <p:spPr>
          <a:xfrm>
            <a:off x="7667625" y="122213"/>
            <a:ext cx="1368425" cy="498475"/>
          </a:xfrm>
        </p:spPr>
        <p:txBody>
          <a:bodyPr>
            <a:noAutofit/>
          </a:bodyPr>
          <a:lstStyle>
            <a:lvl1pPr marL="0" indent="0">
              <a:buNone/>
              <a:defRPr sz="1400">
                <a:latin typeface="Open Sans" charset="0"/>
                <a:ea typeface="Open Sans" charset="0"/>
                <a:cs typeface="Open Sans" charset="0"/>
              </a:defRPr>
            </a:lvl1pPr>
          </a:lstStyle>
          <a:p>
            <a:r>
              <a:rPr lang="en-US" dirty="0"/>
              <a:t>Partner logo if required</a:t>
            </a:r>
          </a:p>
        </p:txBody>
      </p:sp>
      <p:sp>
        <p:nvSpPr>
          <p:cNvPr id="9" name="Text Placeholder 17"/>
          <p:cNvSpPr>
            <a:spLocks noGrp="1"/>
          </p:cNvSpPr>
          <p:nvPr>
            <p:ph idx="1"/>
          </p:nvPr>
        </p:nvSpPr>
        <p:spPr>
          <a:xfrm>
            <a:off x="251520" y="692696"/>
            <a:ext cx="8509768" cy="5798720"/>
          </a:xfrm>
          <a:prstGeom prst="rect">
            <a:avLst/>
          </a:prstGeom>
        </p:spPr>
        <p:txBody>
          <a:bodyPr vert="horz" lIns="91440" tIns="45720" rIns="91440" bIns="45720" rtlCol="0">
            <a:normAutofit/>
          </a:bodyPr>
          <a:lstStyle>
            <a:lvl1pPr>
              <a:defRPr>
                <a:latin typeface="Open Sans" charset="0"/>
                <a:ea typeface="Open Sans" charset="0"/>
                <a:cs typeface="Open Sans" charset="0"/>
              </a:defRPr>
            </a:lvl1pPr>
            <a:lvl2pPr>
              <a:defRPr>
                <a:latin typeface="Open Sans" charset="0"/>
                <a:ea typeface="Open Sans" charset="0"/>
                <a:cs typeface="Open Sans" charset="0"/>
              </a:defRPr>
            </a:lvl2pPr>
            <a:lvl3pPr>
              <a:defRPr>
                <a:latin typeface="Open Sans" charset="0"/>
                <a:ea typeface="Open Sans" charset="0"/>
                <a:cs typeface="Open Sans" charset="0"/>
              </a:defRPr>
            </a:lvl3pPr>
            <a:lvl4pPr>
              <a:defRPr>
                <a:latin typeface="Open Sans" charset="0"/>
                <a:ea typeface="Open Sans" charset="0"/>
                <a:cs typeface="Open Sans" charset="0"/>
              </a:defRPr>
            </a:lvl4pPr>
            <a:lvl5pPr>
              <a:defRPr>
                <a:latin typeface="Open Sans" charset="0"/>
                <a:ea typeface="Open Sans" charset="0"/>
                <a:cs typeface="Open Sans"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53630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Column Text or Diagr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Open Sans" charset="0"/>
                <a:ea typeface="Open Sans" charset="0"/>
                <a:cs typeface="Open Sans" charset="0"/>
              </a:defRPr>
            </a:lvl1pPr>
          </a:lstStyle>
          <a:p>
            <a:r>
              <a:rPr lang="en-GB"/>
              <a:t>Click to edit Master title style</a:t>
            </a:r>
            <a:endParaRPr lang="en-US"/>
          </a:p>
        </p:txBody>
      </p:sp>
      <p:sp>
        <p:nvSpPr>
          <p:cNvPr id="3" name="Footer Placeholder 2"/>
          <p:cNvSpPr>
            <a:spLocks noGrp="1"/>
          </p:cNvSpPr>
          <p:nvPr>
            <p:ph type="ftr" sz="quarter" idx="10"/>
          </p:nvPr>
        </p:nvSpPr>
        <p:spPr/>
        <p:txBody>
          <a:bodyPr/>
          <a:lstStyle>
            <a:lvl1pPr>
              <a:defRPr>
                <a:latin typeface="Open Sans" charset="0"/>
                <a:ea typeface="Open Sans" charset="0"/>
                <a:cs typeface="Open Sans" charset="0"/>
              </a:defRPr>
            </a:lvl1pPr>
          </a:lstStyle>
          <a:p>
            <a:endParaRPr lang="en-US" dirty="0"/>
          </a:p>
        </p:txBody>
      </p:sp>
      <p:sp>
        <p:nvSpPr>
          <p:cNvPr id="4" name="Slide Number Placeholder 3"/>
          <p:cNvSpPr>
            <a:spLocks noGrp="1"/>
          </p:cNvSpPr>
          <p:nvPr>
            <p:ph type="sldNum" sz="quarter" idx="11"/>
          </p:nvPr>
        </p:nvSpPr>
        <p:spPr/>
        <p:txBody>
          <a:bodyPr/>
          <a:lstStyle>
            <a:lvl1pPr>
              <a:defRPr>
                <a:latin typeface="Open Sans" charset="0"/>
                <a:ea typeface="Open Sans" charset="0"/>
                <a:cs typeface="Open Sans" charset="0"/>
              </a:defRPr>
            </a:lvl1pPr>
          </a:lstStyle>
          <a:p>
            <a:fld id="{098AEABF-7EFC-C542-BC91-5F53F601ED7B}" type="slidenum">
              <a:rPr lang="en-US" smtClean="0"/>
              <a:pPr/>
              <a:t>‹#›</a:t>
            </a:fld>
            <a:endParaRPr lang="en-US" dirty="0"/>
          </a:p>
        </p:txBody>
      </p:sp>
      <p:sp>
        <p:nvSpPr>
          <p:cNvPr id="5" name="Date Placeholder 4"/>
          <p:cNvSpPr>
            <a:spLocks noGrp="1"/>
          </p:cNvSpPr>
          <p:nvPr>
            <p:ph type="dt" sz="half" idx="12"/>
          </p:nvPr>
        </p:nvSpPr>
        <p:spPr/>
        <p:txBody>
          <a:bodyPr/>
          <a:lstStyle>
            <a:lvl1pPr>
              <a:defRPr>
                <a:latin typeface="Open Sans" charset="0"/>
                <a:ea typeface="Open Sans" charset="0"/>
                <a:cs typeface="Open Sans" charset="0"/>
              </a:defRPr>
            </a:lvl1pPr>
          </a:lstStyle>
          <a:p>
            <a:fld id="{FD61CEE0-8A0E-574A-8FC2-CE7BA89F0253}" type="datetime3">
              <a:rPr lang="en-GB" smtClean="0"/>
              <a:pPr/>
              <a:t>21 June, 2019</a:t>
            </a:fld>
            <a:endParaRPr lang="en-US" dirty="0"/>
          </a:p>
        </p:txBody>
      </p:sp>
      <p:sp>
        <p:nvSpPr>
          <p:cNvPr id="9" name="Content Placeholder 8"/>
          <p:cNvSpPr>
            <a:spLocks noGrp="1"/>
          </p:cNvSpPr>
          <p:nvPr>
            <p:ph sz="quarter" idx="13"/>
          </p:nvPr>
        </p:nvSpPr>
        <p:spPr>
          <a:xfrm>
            <a:off x="251520" y="697974"/>
            <a:ext cx="4248472" cy="5793441"/>
          </a:xfrm>
        </p:spPr>
        <p:txBody>
          <a:bodyPr/>
          <a:lstStyle>
            <a:lvl1pPr>
              <a:defRPr>
                <a:latin typeface="Open Sans" charset="0"/>
                <a:ea typeface="Open Sans" charset="0"/>
                <a:cs typeface="Open Sans" charset="0"/>
              </a:defRPr>
            </a:lvl1pPr>
            <a:lvl2pPr>
              <a:defRPr>
                <a:latin typeface="Open Sans" charset="0"/>
                <a:ea typeface="Open Sans" charset="0"/>
                <a:cs typeface="Open Sans" charset="0"/>
              </a:defRPr>
            </a:lvl2pPr>
            <a:lvl3pPr>
              <a:defRPr>
                <a:latin typeface="Open Sans" charset="0"/>
                <a:ea typeface="Open Sans" charset="0"/>
                <a:cs typeface="Open Sans" charset="0"/>
              </a:defRPr>
            </a:lvl3pPr>
            <a:lvl4pPr>
              <a:defRPr>
                <a:latin typeface="Open Sans" charset="0"/>
                <a:ea typeface="Open Sans" charset="0"/>
                <a:cs typeface="Open Sans" charset="0"/>
              </a:defRPr>
            </a:lvl4pPr>
            <a:lvl5pPr>
              <a:defRPr>
                <a:latin typeface="Open Sans" charset="0"/>
                <a:ea typeface="Open Sans" charset="0"/>
                <a:cs typeface="Open Sans" charset="0"/>
              </a:defRPr>
            </a:lvl5pPr>
          </a:lstStyle>
          <a:p>
            <a:pPr lvl="0"/>
            <a:r>
              <a:rPr lang="en-GB"/>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Content Placeholder 10"/>
          <p:cNvSpPr>
            <a:spLocks noGrp="1"/>
          </p:cNvSpPr>
          <p:nvPr>
            <p:ph sz="quarter" idx="14"/>
          </p:nvPr>
        </p:nvSpPr>
        <p:spPr>
          <a:xfrm>
            <a:off x="4644008" y="697975"/>
            <a:ext cx="4117280" cy="5793442"/>
          </a:xfrm>
        </p:spPr>
        <p:txBody>
          <a:bodyPr/>
          <a:lstStyle>
            <a:lvl1pPr>
              <a:defRPr>
                <a:latin typeface="Open Sans" charset="0"/>
                <a:ea typeface="Open Sans" charset="0"/>
                <a:cs typeface="Open Sans" charset="0"/>
              </a:defRPr>
            </a:lvl1pPr>
            <a:lvl2pPr>
              <a:defRPr>
                <a:latin typeface="Open Sans" charset="0"/>
                <a:ea typeface="Open Sans" charset="0"/>
                <a:cs typeface="Open Sans" charset="0"/>
              </a:defRPr>
            </a:lvl2pPr>
            <a:lvl3pPr>
              <a:defRPr>
                <a:latin typeface="Open Sans" charset="0"/>
                <a:ea typeface="Open Sans" charset="0"/>
                <a:cs typeface="Open Sans" charset="0"/>
              </a:defRPr>
            </a:lvl3pPr>
            <a:lvl4pPr>
              <a:defRPr>
                <a:latin typeface="Open Sans" charset="0"/>
                <a:ea typeface="Open Sans" charset="0"/>
                <a:cs typeface="Open Sans" charset="0"/>
              </a:defRPr>
            </a:lvl4pPr>
            <a:lvl5pPr>
              <a:defRPr>
                <a:latin typeface="Open Sans" charset="0"/>
                <a:ea typeface="Open Sans" charset="0"/>
                <a:cs typeface="Open Sans"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7"/>
          <p:cNvSpPr>
            <a:spLocks noGrp="1"/>
          </p:cNvSpPr>
          <p:nvPr>
            <p:ph type="pic" sz="quarter" idx="15" hasCustomPrompt="1"/>
          </p:nvPr>
        </p:nvSpPr>
        <p:spPr>
          <a:xfrm>
            <a:off x="7667625" y="122213"/>
            <a:ext cx="1368425" cy="498475"/>
          </a:xfrm>
        </p:spPr>
        <p:txBody>
          <a:bodyPr>
            <a:noAutofit/>
          </a:bodyPr>
          <a:lstStyle>
            <a:lvl1pPr marL="0" indent="0">
              <a:buNone/>
              <a:defRPr sz="1400">
                <a:latin typeface="Open Sans" charset="0"/>
                <a:ea typeface="Open Sans" charset="0"/>
                <a:cs typeface="Open Sans" charset="0"/>
              </a:defRPr>
            </a:lvl1pPr>
          </a:lstStyle>
          <a:p>
            <a:r>
              <a:rPr lang="en-US" dirty="0"/>
              <a:t>Partner logo if required</a:t>
            </a:r>
          </a:p>
        </p:txBody>
      </p:sp>
    </p:spTree>
    <p:extLst>
      <p:ext uri="{BB962C8B-B14F-4D97-AF65-F5344CB8AC3E}">
        <p14:creationId xmlns:p14="http://schemas.microsoft.com/office/powerpoint/2010/main" val="1774719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page Pictur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1"/>
            <a:ext cx="9144000" cy="6858000"/>
          </a:xfrm>
        </p:spPr>
        <p:txBody>
          <a:bodyPr/>
          <a:lstStyle>
            <a:lvl1pPr>
              <a:defRPr>
                <a:latin typeface="Open Sans" charset="0"/>
                <a:ea typeface="Open Sans" charset="0"/>
                <a:cs typeface="Open Sans" charset="0"/>
              </a:defRPr>
            </a:lvl1pPr>
          </a:lstStyle>
          <a:p>
            <a:endParaRPr lang="en-US"/>
          </a:p>
        </p:txBody>
      </p:sp>
      <p:sp>
        <p:nvSpPr>
          <p:cNvPr id="2" name="Title 1"/>
          <p:cNvSpPr>
            <a:spLocks noGrp="1"/>
          </p:cNvSpPr>
          <p:nvPr>
            <p:ph type="title"/>
          </p:nvPr>
        </p:nvSpPr>
        <p:spPr/>
        <p:txBody>
          <a:bodyPr/>
          <a:lstStyle>
            <a:lvl1pPr>
              <a:defRPr>
                <a:latin typeface="Open Sans" charset="0"/>
                <a:ea typeface="Open Sans" charset="0"/>
                <a:cs typeface="Open Sans" charset="0"/>
              </a:defRPr>
            </a:lvl1pPr>
          </a:lstStyle>
          <a:p>
            <a:r>
              <a:rPr lang="en-GB" dirty="0"/>
              <a:t>Click to edit Master title style</a:t>
            </a:r>
            <a:endParaRPr lang="en-US" dirty="0"/>
          </a:p>
        </p:txBody>
      </p:sp>
      <p:sp>
        <p:nvSpPr>
          <p:cNvPr id="3" name="Footer Placeholder 2"/>
          <p:cNvSpPr>
            <a:spLocks noGrp="1"/>
          </p:cNvSpPr>
          <p:nvPr>
            <p:ph type="ftr" sz="quarter" idx="10"/>
          </p:nvPr>
        </p:nvSpPr>
        <p:spPr/>
        <p:txBody>
          <a:bodyPr/>
          <a:lstStyle>
            <a:lvl1pPr>
              <a:defRPr>
                <a:latin typeface="Open Sans" charset="0"/>
                <a:ea typeface="Open Sans" charset="0"/>
                <a:cs typeface="Open Sans" charset="0"/>
              </a:defRPr>
            </a:lvl1pPr>
          </a:lstStyle>
          <a:p>
            <a:endParaRPr lang="en-US" dirty="0"/>
          </a:p>
        </p:txBody>
      </p:sp>
      <p:sp>
        <p:nvSpPr>
          <p:cNvPr id="4" name="Slide Number Placeholder 3"/>
          <p:cNvSpPr>
            <a:spLocks noGrp="1"/>
          </p:cNvSpPr>
          <p:nvPr>
            <p:ph type="sldNum" sz="quarter" idx="11"/>
          </p:nvPr>
        </p:nvSpPr>
        <p:spPr/>
        <p:txBody>
          <a:bodyPr/>
          <a:lstStyle>
            <a:lvl1pPr>
              <a:defRPr>
                <a:latin typeface="Open Sans" charset="0"/>
                <a:ea typeface="Open Sans" charset="0"/>
                <a:cs typeface="Open Sans" charset="0"/>
              </a:defRPr>
            </a:lvl1pPr>
          </a:lstStyle>
          <a:p>
            <a:fld id="{098AEABF-7EFC-C542-BC91-5F53F601ED7B}" type="slidenum">
              <a:rPr lang="en-US" smtClean="0"/>
              <a:pPr/>
              <a:t>‹#›</a:t>
            </a:fld>
            <a:endParaRPr lang="en-US" dirty="0"/>
          </a:p>
        </p:txBody>
      </p:sp>
      <p:sp>
        <p:nvSpPr>
          <p:cNvPr id="5" name="Date Placeholder 4"/>
          <p:cNvSpPr>
            <a:spLocks noGrp="1"/>
          </p:cNvSpPr>
          <p:nvPr>
            <p:ph type="dt" sz="half" idx="12"/>
          </p:nvPr>
        </p:nvSpPr>
        <p:spPr/>
        <p:txBody>
          <a:bodyPr/>
          <a:lstStyle>
            <a:lvl1pPr>
              <a:defRPr>
                <a:latin typeface="Open Sans" charset="0"/>
                <a:ea typeface="Open Sans" charset="0"/>
                <a:cs typeface="Open Sans" charset="0"/>
              </a:defRPr>
            </a:lvl1pPr>
          </a:lstStyle>
          <a:p>
            <a:fld id="{FD61CEE0-8A0E-574A-8FC2-CE7BA89F0253}" type="datetime3">
              <a:rPr lang="en-GB" smtClean="0"/>
              <a:pPr/>
              <a:t>21 June, 2019</a:t>
            </a:fld>
            <a:endParaRPr lang="en-US" dirty="0"/>
          </a:p>
        </p:txBody>
      </p:sp>
      <p:sp>
        <p:nvSpPr>
          <p:cNvPr id="8" name="Picture Placeholder 7"/>
          <p:cNvSpPr>
            <a:spLocks noGrp="1"/>
          </p:cNvSpPr>
          <p:nvPr>
            <p:ph type="pic" sz="quarter" idx="14" hasCustomPrompt="1"/>
          </p:nvPr>
        </p:nvSpPr>
        <p:spPr>
          <a:xfrm>
            <a:off x="7667625" y="116632"/>
            <a:ext cx="1368425" cy="498475"/>
          </a:xfrm>
        </p:spPr>
        <p:txBody>
          <a:bodyPr>
            <a:noAutofit/>
          </a:bodyPr>
          <a:lstStyle>
            <a:lvl1pPr marL="0" indent="0">
              <a:buNone/>
              <a:defRPr sz="1400">
                <a:latin typeface="Open Sans" charset="0"/>
                <a:ea typeface="Open Sans" charset="0"/>
                <a:cs typeface="Open Sans" charset="0"/>
              </a:defRPr>
            </a:lvl1pPr>
          </a:lstStyle>
          <a:p>
            <a:r>
              <a:rPr lang="en-US" dirty="0"/>
              <a:t>Partner logo if required</a:t>
            </a:r>
          </a:p>
        </p:txBody>
      </p:sp>
    </p:spTree>
    <p:extLst>
      <p:ext uri="{BB962C8B-B14F-4D97-AF65-F5344CB8AC3E}">
        <p14:creationId xmlns:p14="http://schemas.microsoft.com/office/powerpoint/2010/main" val="7563175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5"/>
          <p:cNvSpPr txBox="1">
            <a:spLocks/>
          </p:cNvSpPr>
          <p:nvPr/>
        </p:nvSpPr>
        <p:spPr>
          <a:xfrm rot="16200000">
            <a:off x="8495604" y="6162396"/>
            <a:ext cx="1158877"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tint val="75000"/>
                  </a:schemeClr>
                </a:solidFill>
                <a:effectLst/>
                <a:uLnTx/>
                <a:uFillTx/>
                <a:latin typeface="Open Sans" charset="0"/>
                <a:ea typeface="Open Sans" charset="0"/>
                <a:cs typeface="Open Sans" charset="0"/>
              </a:rPr>
              <a:t>© Pistoia Alliance</a:t>
            </a:r>
          </a:p>
        </p:txBody>
      </p:sp>
      <p:cxnSp>
        <p:nvCxnSpPr>
          <p:cNvPr id="8" name="Straight Connector 7"/>
          <p:cNvCxnSpPr/>
          <p:nvPr/>
        </p:nvCxnSpPr>
        <p:spPr>
          <a:xfrm flipH="1" flipV="1">
            <a:off x="-36512" y="6534720"/>
            <a:ext cx="8820472" cy="25400"/>
          </a:xfrm>
          <a:prstGeom prst="line">
            <a:avLst/>
          </a:prstGeom>
          <a:ln w="9525" cmpd="sng">
            <a:solidFill>
              <a:schemeClr val="tx2"/>
            </a:solidFill>
          </a:ln>
          <a:effectLst/>
        </p:spPr>
        <p:style>
          <a:lnRef idx="2">
            <a:schemeClr val="accent1"/>
          </a:lnRef>
          <a:fillRef idx="0">
            <a:schemeClr val="accent1"/>
          </a:fillRef>
          <a:effectRef idx="1">
            <a:schemeClr val="accent1"/>
          </a:effectRef>
          <a:fontRef idx="minor">
            <a:schemeClr val="tx1"/>
          </a:fontRef>
        </p:style>
      </p:cxnSp>
      <p:pic>
        <p:nvPicPr>
          <p:cNvPr id="4" name="Picture 3" descr="Pistoia Alliance tower_rgb-teal.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1288" y="6188372"/>
            <a:ext cx="275208" cy="692696"/>
          </a:xfrm>
          <a:prstGeom prst="rect">
            <a:avLst/>
          </a:prstGeom>
        </p:spPr>
      </p:pic>
      <p:sp>
        <p:nvSpPr>
          <p:cNvPr id="16" name="Title Placeholder 15"/>
          <p:cNvSpPr>
            <a:spLocks noGrp="1"/>
          </p:cNvSpPr>
          <p:nvPr>
            <p:ph type="title"/>
          </p:nvPr>
        </p:nvSpPr>
        <p:spPr>
          <a:xfrm>
            <a:off x="251520" y="116632"/>
            <a:ext cx="7344816" cy="49877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18" name="Text Placeholder 17"/>
          <p:cNvSpPr>
            <a:spLocks noGrp="1"/>
          </p:cNvSpPr>
          <p:nvPr>
            <p:ph type="body" idx="1"/>
          </p:nvPr>
        </p:nvSpPr>
        <p:spPr>
          <a:xfrm>
            <a:off x="251520" y="692696"/>
            <a:ext cx="8509768" cy="579872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Footer Placeholder 19"/>
          <p:cNvSpPr>
            <a:spLocks noGrp="1"/>
          </p:cNvSpPr>
          <p:nvPr>
            <p:ph type="ftr" sz="quarter" idx="3"/>
          </p:nvPr>
        </p:nvSpPr>
        <p:spPr>
          <a:xfrm>
            <a:off x="1475656" y="6525344"/>
            <a:ext cx="6758408" cy="365125"/>
          </a:xfrm>
          <a:prstGeom prst="rect">
            <a:avLst/>
          </a:prstGeom>
        </p:spPr>
        <p:txBody>
          <a:bodyPr vert="horz" lIns="91440" tIns="45720" rIns="91440" bIns="45720" rtlCol="0" anchor="ctr"/>
          <a:lstStyle>
            <a:lvl1pPr algn="l">
              <a:defRPr sz="900">
                <a:solidFill>
                  <a:schemeClr val="tx1">
                    <a:tint val="75000"/>
                  </a:schemeClr>
                </a:solidFill>
                <a:latin typeface="Open Sans" charset="0"/>
                <a:ea typeface="Open Sans" charset="0"/>
                <a:cs typeface="Open Sans" charset="0"/>
              </a:defRPr>
            </a:lvl1pPr>
          </a:lstStyle>
          <a:p>
            <a:endParaRPr lang="en-US" dirty="0"/>
          </a:p>
        </p:txBody>
      </p:sp>
      <p:sp>
        <p:nvSpPr>
          <p:cNvPr id="21" name="Slide Number Placeholder 20"/>
          <p:cNvSpPr>
            <a:spLocks noGrp="1"/>
          </p:cNvSpPr>
          <p:nvPr>
            <p:ph type="sldNum" sz="quarter" idx="4"/>
          </p:nvPr>
        </p:nvSpPr>
        <p:spPr>
          <a:xfrm>
            <a:off x="8234064" y="6525344"/>
            <a:ext cx="658416" cy="365125"/>
          </a:xfrm>
          <a:prstGeom prst="rect">
            <a:avLst/>
          </a:prstGeom>
        </p:spPr>
        <p:txBody>
          <a:bodyPr vert="horz" lIns="91440" tIns="45720" rIns="91440" bIns="45720" rtlCol="0" anchor="ctr"/>
          <a:lstStyle>
            <a:lvl1pPr algn="r">
              <a:defRPr sz="900">
                <a:solidFill>
                  <a:schemeClr val="tx1">
                    <a:tint val="75000"/>
                  </a:schemeClr>
                </a:solidFill>
                <a:latin typeface="Open Sans" charset="0"/>
                <a:ea typeface="Open Sans" charset="0"/>
                <a:cs typeface="Open Sans" charset="0"/>
              </a:defRPr>
            </a:lvl1pPr>
          </a:lstStyle>
          <a:p>
            <a:fld id="{098AEABF-7EFC-C542-BC91-5F53F601ED7B}" type="slidenum">
              <a:rPr lang="en-US" smtClean="0"/>
              <a:pPr/>
              <a:t>‹#›</a:t>
            </a:fld>
            <a:endParaRPr lang="en-US" dirty="0"/>
          </a:p>
        </p:txBody>
      </p:sp>
      <p:sp>
        <p:nvSpPr>
          <p:cNvPr id="22" name="Date Placeholder 21"/>
          <p:cNvSpPr>
            <a:spLocks noGrp="1"/>
          </p:cNvSpPr>
          <p:nvPr>
            <p:ph type="dt" sz="half" idx="2"/>
          </p:nvPr>
        </p:nvSpPr>
        <p:spPr>
          <a:xfrm>
            <a:off x="25152" y="6525344"/>
            <a:ext cx="1450504" cy="365125"/>
          </a:xfrm>
          <a:prstGeom prst="rect">
            <a:avLst/>
          </a:prstGeom>
        </p:spPr>
        <p:txBody>
          <a:bodyPr vert="horz" lIns="91440" tIns="45720" rIns="91440" bIns="45720" rtlCol="0" anchor="ctr"/>
          <a:lstStyle>
            <a:lvl1pPr algn="l">
              <a:defRPr sz="900">
                <a:solidFill>
                  <a:schemeClr val="tx1">
                    <a:tint val="75000"/>
                  </a:schemeClr>
                </a:solidFill>
                <a:latin typeface="Open Sans" charset="0"/>
                <a:ea typeface="Open Sans" charset="0"/>
                <a:cs typeface="Open Sans" charset="0"/>
              </a:defRPr>
            </a:lvl1pPr>
          </a:lstStyle>
          <a:p>
            <a:fld id="{FD61CEE0-8A0E-574A-8FC2-CE7BA89F0253}" type="datetime3">
              <a:rPr lang="en-GB" smtClean="0"/>
              <a:pPr/>
              <a:t>21 June, 2019</a:t>
            </a:fld>
            <a:endParaRPr 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Lst>
  <p:hf hdr="0"/>
  <p:txStyles>
    <p:titleStyle>
      <a:lvl1pPr algn="l" defTabSz="457200" rtl="0" eaLnBrk="1" latinLnBrk="0" hangingPunct="1">
        <a:spcBef>
          <a:spcPct val="0"/>
        </a:spcBef>
        <a:buNone/>
        <a:defRPr sz="3200" kern="1200">
          <a:solidFill>
            <a:srgbClr val="249797"/>
          </a:solidFill>
          <a:latin typeface="Open Sans" charset="0"/>
          <a:ea typeface="Open Sans" charset="0"/>
          <a:cs typeface="Open Sans" charset="0"/>
        </a:defRPr>
      </a:lvl1pPr>
    </p:titleStyle>
    <p:bodyStyle>
      <a:lvl1pPr marL="342900" indent="-342900" algn="l" defTabSz="457200" rtl="0" eaLnBrk="1" latinLnBrk="0" hangingPunct="1">
        <a:spcBef>
          <a:spcPct val="20000"/>
        </a:spcBef>
        <a:buFont typeface="Arial"/>
        <a:buChar char="•"/>
        <a:defRPr sz="2800" b="0" i="0" kern="1200">
          <a:solidFill>
            <a:srgbClr val="4C5156"/>
          </a:solidFill>
          <a:latin typeface="Open Sans" charset="0"/>
          <a:ea typeface="Open Sans" charset="0"/>
          <a:cs typeface="Open Sans" charset="0"/>
        </a:defRPr>
      </a:lvl1pPr>
      <a:lvl2pPr marL="742950" indent="-285750" algn="l" defTabSz="457200" rtl="0" eaLnBrk="1" latinLnBrk="0" hangingPunct="1">
        <a:spcBef>
          <a:spcPct val="20000"/>
        </a:spcBef>
        <a:buFont typeface="Arial"/>
        <a:buChar char="–"/>
        <a:defRPr sz="2400" b="0" i="0" kern="1200">
          <a:solidFill>
            <a:srgbClr val="4C5156"/>
          </a:solidFill>
          <a:latin typeface="Open Sans" charset="0"/>
          <a:ea typeface="Open Sans" charset="0"/>
          <a:cs typeface="Open Sans" charset="0"/>
        </a:defRPr>
      </a:lvl2pPr>
      <a:lvl3pPr marL="1143000" indent="-228600" algn="l" defTabSz="457200" rtl="0" eaLnBrk="1" latinLnBrk="0" hangingPunct="1">
        <a:spcBef>
          <a:spcPct val="20000"/>
        </a:spcBef>
        <a:buFont typeface="Arial"/>
        <a:buChar char="•"/>
        <a:defRPr sz="2000" b="0" i="0" kern="1200">
          <a:solidFill>
            <a:srgbClr val="4C5156"/>
          </a:solidFill>
          <a:latin typeface="Open Sans" charset="0"/>
          <a:ea typeface="Open Sans" charset="0"/>
          <a:cs typeface="Open Sans" charset="0"/>
        </a:defRPr>
      </a:lvl3pPr>
      <a:lvl4pPr marL="1600200" indent="-228600" algn="l" defTabSz="457200" rtl="0" eaLnBrk="1" latinLnBrk="0" hangingPunct="1">
        <a:spcBef>
          <a:spcPct val="20000"/>
        </a:spcBef>
        <a:buFont typeface="Arial"/>
        <a:buChar char="–"/>
        <a:defRPr sz="1800" b="0" i="0" kern="1200">
          <a:solidFill>
            <a:srgbClr val="4C5156"/>
          </a:solidFill>
          <a:latin typeface="Open Sans" charset="0"/>
          <a:ea typeface="Open Sans" charset="0"/>
          <a:cs typeface="Open Sans" charset="0"/>
        </a:defRPr>
      </a:lvl4pPr>
      <a:lvl5pPr marL="2057400" indent="-228600" algn="l" defTabSz="457200" rtl="0" eaLnBrk="1" latinLnBrk="0" hangingPunct="1">
        <a:spcBef>
          <a:spcPct val="20000"/>
        </a:spcBef>
        <a:buFont typeface="Arial"/>
        <a:buChar char="»"/>
        <a:defRPr sz="1800" b="0" i="0" kern="1200">
          <a:solidFill>
            <a:srgbClr val="4C5156"/>
          </a:solidFill>
          <a:latin typeface="Open Sans" charset="0"/>
          <a:ea typeface="Open Sans" charset="0"/>
          <a:cs typeface="Open Sans"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hanzuckerberg.com/rfa/essential-open-source-software-for-scienc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‘PK Quality’ Workshop planning</a:t>
            </a:r>
          </a:p>
        </p:txBody>
      </p:sp>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1</a:t>
            </a:fld>
            <a:endParaRPr lang="en-US" dirty="0"/>
          </a:p>
        </p:txBody>
      </p:sp>
      <p:sp>
        <p:nvSpPr>
          <p:cNvPr id="5" name="Date Placeholder 4"/>
          <p:cNvSpPr>
            <a:spLocks noGrp="1"/>
          </p:cNvSpPr>
          <p:nvPr>
            <p:ph type="dt" sz="half" idx="12"/>
          </p:nvPr>
        </p:nvSpPr>
        <p:spPr/>
        <p:txBody>
          <a:bodyPr/>
          <a:lstStyle/>
          <a:p>
            <a:fld id="{FD61CEE0-8A0E-574A-8FC2-CE7BA89F0253}" type="datetime3">
              <a:rPr lang="en-GB" smtClean="0"/>
              <a:pPr/>
              <a:t>21 June, 2019</a:t>
            </a:fld>
            <a:endParaRPr lang="en-US" dirty="0"/>
          </a:p>
        </p:txBody>
      </p:sp>
      <p:sp>
        <p:nvSpPr>
          <p:cNvPr id="8" name="Content Placeholder 7"/>
          <p:cNvSpPr>
            <a:spLocks noGrp="1"/>
          </p:cNvSpPr>
          <p:nvPr>
            <p:ph sz="quarter" idx="4294967295"/>
          </p:nvPr>
        </p:nvSpPr>
        <p:spPr>
          <a:xfrm>
            <a:off x="457200" y="1053554"/>
            <a:ext cx="8229600" cy="5111750"/>
          </a:xfrm>
        </p:spPr>
        <p:txBody>
          <a:bodyPr>
            <a:normAutofit fontScale="70000" lnSpcReduction="20000"/>
          </a:bodyPr>
          <a:lstStyle/>
          <a:p>
            <a:pPr marL="0" indent="0">
              <a:buNone/>
            </a:pPr>
            <a:r>
              <a:rPr lang="en-US" sz="1600" b="1" dirty="0"/>
              <a:t>Date</a:t>
            </a:r>
            <a:r>
              <a:rPr lang="en-US" sz="1600" dirty="0"/>
              <a:t>: September ?</a:t>
            </a:r>
          </a:p>
          <a:p>
            <a:pPr marL="0" indent="0">
              <a:buNone/>
            </a:pPr>
            <a:r>
              <a:rPr lang="en-US" sz="1600" b="1" dirty="0"/>
              <a:t>Location:</a:t>
            </a:r>
            <a:r>
              <a:rPr lang="en-US" sz="1600" dirty="0"/>
              <a:t> Cambridge, UK?</a:t>
            </a:r>
          </a:p>
          <a:p>
            <a:pPr marL="0" indent="0">
              <a:buNone/>
            </a:pPr>
            <a:r>
              <a:rPr lang="en-US" sz="1600" b="1" dirty="0"/>
              <a:t>Hosted by:</a:t>
            </a:r>
            <a:r>
              <a:rPr lang="en-US" sz="1600" dirty="0"/>
              <a:t> AstraZeneca/GSK/EMBL-EBI ?</a:t>
            </a:r>
          </a:p>
          <a:p>
            <a:pPr marL="0" indent="0">
              <a:buNone/>
            </a:pPr>
            <a:r>
              <a:rPr lang="en-US" sz="1600" b="1" dirty="0"/>
              <a:t>Attendees:</a:t>
            </a:r>
            <a:r>
              <a:rPr lang="en-US" sz="1600" dirty="0"/>
              <a:t> ?</a:t>
            </a:r>
          </a:p>
          <a:p>
            <a:pPr marL="0" indent="0">
              <a:buNone/>
            </a:pPr>
            <a:endParaRPr lang="en-US" sz="1600" b="1" dirty="0"/>
          </a:p>
          <a:p>
            <a:pPr marL="0" indent="0">
              <a:buNone/>
            </a:pPr>
            <a:r>
              <a:rPr lang="en-US" sz="1600" b="1" dirty="0"/>
              <a:t>Aims</a:t>
            </a:r>
          </a:p>
          <a:p>
            <a:pPr marL="285750" indent="-285750">
              <a:buAutoNum type="romanLcParenBoth"/>
            </a:pPr>
            <a:r>
              <a:rPr lang="en-GB" sz="1600" dirty="0"/>
              <a:t>Understand the challenge of extracting PK data from public sources;</a:t>
            </a:r>
          </a:p>
          <a:p>
            <a:pPr marL="285750" indent="-285750">
              <a:buAutoNum type="romanLcParenBoth"/>
            </a:pPr>
            <a:r>
              <a:rPr lang="en-GB" sz="1600" dirty="0"/>
              <a:t>Develop a reproducible process to do so which is agnostic of which tool(s) are used;</a:t>
            </a:r>
          </a:p>
          <a:p>
            <a:pPr marL="285750" indent="-285750">
              <a:buAutoNum type="romanLcParenBoth"/>
            </a:pPr>
            <a:r>
              <a:rPr lang="en-GB" sz="1600" dirty="0"/>
              <a:t>Lay the foundation for a peer-reviewed publication or white paper;</a:t>
            </a:r>
          </a:p>
          <a:p>
            <a:pPr marL="285750" indent="-285750">
              <a:buAutoNum type="romanLcParenBoth"/>
            </a:pPr>
            <a:r>
              <a:rPr lang="en-GB" sz="1600" dirty="0"/>
              <a:t>(..and eventually placing the information in a data repository.)</a:t>
            </a:r>
          </a:p>
          <a:p>
            <a:pPr marL="285750" indent="-285750">
              <a:buAutoNum type="romanLcParenBoth"/>
            </a:pPr>
            <a:endParaRPr lang="en-GB" sz="1600" dirty="0"/>
          </a:p>
          <a:p>
            <a:pPr marL="0" indent="0">
              <a:buNone/>
            </a:pPr>
            <a:r>
              <a:rPr lang="en-GB" sz="1600" b="1" dirty="0"/>
              <a:t>Outputs </a:t>
            </a:r>
            <a:r>
              <a:rPr lang="en-GB" sz="1600" dirty="0"/>
              <a:t>(for publication)</a:t>
            </a:r>
          </a:p>
          <a:p>
            <a:pPr>
              <a:buFont typeface="Wingdings" panose="05000000000000000000" pitchFamily="2" charset="2"/>
              <a:buChar char="Ø"/>
            </a:pPr>
            <a:r>
              <a:rPr lang="en-GB" sz="1600" dirty="0"/>
              <a:t>An ‘antibody clinical PK quality framework’ under which to capture data from key sources (scientific papers, FDA drug approval packages, etc.)</a:t>
            </a:r>
          </a:p>
          <a:p>
            <a:pPr>
              <a:buFont typeface="Wingdings" panose="05000000000000000000" pitchFamily="2" charset="2"/>
              <a:buChar char="Ø"/>
            </a:pPr>
            <a:r>
              <a:rPr lang="en-GB" sz="1600" dirty="0"/>
              <a:t>Guidelines on how to classify data from these sources.</a:t>
            </a:r>
          </a:p>
          <a:p>
            <a:pPr>
              <a:buFont typeface="Wingdings" panose="05000000000000000000" pitchFamily="2" charset="2"/>
              <a:buChar char="Ø"/>
            </a:pPr>
            <a:r>
              <a:rPr lang="en-GB" sz="1600" dirty="0"/>
              <a:t>A highlight and demonstration of common pitfalls and confounding factors.</a:t>
            </a:r>
          </a:p>
          <a:p>
            <a:pPr>
              <a:buFont typeface="Wingdings" panose="05000000000000000000" pitchFamily="2" charset="2"/>
              <a:buChar char="Ø"/>
            </a:pPr>
            <a:r>
              <a:rPr lang="en-GB" sz="1600" dirty="0"/>
              <a:t>Some practical examples of how the framework is used and adds value in real antibody therapeutic discovery scenarios.</a:t>
            </a:r>
          </a:p>
          <a:p>
            <a:pPr>
              <a:buFont typeface="Wingdings" panose="05000000000000000000" pitchFamily="2" charset="2"/>
              <a:buChar char="Ø"/>
            </a:pPr>
            <a:endParaRPr lang="en-GB" sz="1600" dirty="0"/>
          </a:p>
          <a:p>
            <a:pPr marL="0" indent="0">
              <a:buNone/>
            </a:pPr>
            <a:r>
              <a:rPr lang="en-GB" sz="1600" b="1" dirty="0"/>
              <a:t>Inputs</a:t>
            </a:r>
          </a:p>
          <a:p>
            <a:pPr>
              <a:buFont typeface="Wingdings" panose="05000000000000000000" pitchFamily="2" charset="2"/>
              <a:buChar char="Ø"/>
            </a:pPr>
            <a:r>
              <a:rPr lang="en-GB" sz="1600" u="sng" dirty="0"/>
              <a:t>List of molecules with associated data</a:t>
            </a:r>
            <a:r>
              <a:rPr lang="en-GB" sz="1600" dirty="0"/>
              <a:t> from various sources. Molecules should be limited to intact </a:t>
            </a:r>
            <a:r>
              <a:rPr lang="en-GB" sz="1600" dirty="0" err="1"/>
              <a:t>mAbs</a:t>
            </a:r>
            <a:r>
              <a:rPr lang="en-GB" sz="1600" dirty="0"/>
              <a:t> (no domain Ab fragments) without </a:t>
            </a:r>
            <a:r>
              <a:rPr lang="en-GB" sz="1600" dirty="0" err="1"/>
              <a:t>FcRn</a:t>
            </a:r>
            <a:r>
              <a:rPr lang="en-GB" sz="1600" dirty="0"/>
              <a:t> function disabled or enhanced e.g. PD-1 and PD-L1 groups.</a:t>
            </a:r>
          </a:p>
          <a:p>
            <a:pPr>
              <a:buFont typeface="Wingdings" panose="05000000000000000000" pitchFamily="2" charset="2"/>
              <a:buChar char="Ø"/>
            </a:pPr>
            <a:r>
              <a:rPr lang="en-GB" sz="1600" dirty="0"/>
              <a:t>List and definition of </a:t>
            </a:r>
            <a:r>
              <a:rPr lang="en-GB" sz="1600" u="sng" dirty="0"/>
              <a:t>key parameters which define PK </a:t>
            </a:r>
            <a:r>
              <a:rPr lang="en-GB" sz="1600" dirty="0"/>
              <a:t>(and PD) and their units. Focus on good quality data for linear portion of PK such that influence of target (TMDD) is removed (this will facilitate comparison between molecules and understanding dose predictions).</a:t>
            </a:r>
          </a:p>
          <a:p>
            <a:pPr>
              <a:buFont typeface="Wingdings" panose="05000000000000000000" pitchFamily="2" charset="2"/>
              <a:buChar char="Ø"/>
            </a:pPr>
            <a:r>
              <a:rPr lang="en-GB" sz="1600" dirty="0"/>
              <a:t>List of </a:t>
            </a:r>
            <a:r>
              <a:rPr lang="en-GB" sz="1600" u="sng" dirty="0"/>
              <a:t>main data sources </a:t>
            </a:r>
            <a:r>
              <a:rPr lang="en-GB" sz="1600" dirty="0"/>
              <a:t>which include: literature, FDA approval packages and existing databases, in which the data is not well curated and difficult to extract.</a:t>
            </a:r>
          </a:p>
          <a:p>
            <a:pPr>
              <a:buFont typeface="Wingdings" panose="05000000000000000000" pitchFamily="2" charset="2"/>
              <a:buChar char="Ø"/>
            </a:pPr>
            <a:r>
              <a:rPr lang="en-GB" sz="1600" dirty="0"/>
              <a:t>List of </a:t>
            </a:r>
            <a:r>
              <a:rPr lang="en-GB" sz="1600" u="sng" dirty="0"/>
              <a:t>key words</a:t>
            </a:r>
            <a:r>
              <a:rPr lang="en-GB" sz="1600" dirty="0"/>
              <a:t> and perceived challenges to conduct a structured search which will extract the right PK data and associated parameters (one of the outputs could be to highlight the difficulty in finding this information).</a:t>
            </a:r>
          </a:p>
          <a:p>
            <a:pPr>
              <a:buFont typeface="Wingdings" panose="05000000000000000000" pitchFamily="2" charset="2"/>
              <a:buChar char="Ø"/>
            </a:pPr>
            <a:r>
              <a:rPr lang="en-GB" sz="1600" dirty="0"/>
              <a:t>Further development of existing ‘antibody clinical PK quality framework’ based on 3 Tiers before it can be applied to the output from the structured search.</a:t>
            </a:r>
          </a:p>
          <a:p>
            <a:pPr>
              <a:buFont typeface="Wingdings" panose="05000000000000000000" pitchFamily="2" charset="2"/>
              <a:buChar char="Ø"/>
            </a:pPr>
            <a:r>
              <a:rPr lang="en-GB" sz="1600" dirty="0"/>
              <a:t>Awareness of any non-proprietary existing guidelines on PK classification, e.g. FDA</a:t>
            </a:r>
          </a:p>
          <a:p>
            <a:pPr marL="0" indent="0">
              <a:buNone/>
            </a:pPr>
            <a:endParaRPr lang="en-US" sz="1200" dirty="0"/>
          </a:p>
        </p:txBody>
      </p:sp>
    </p:spTree>
    <p:extLst>
      <p:ext uri="{BB962C8B-B14F-4D97-AF65-F5344CB8AC3E}">
        <p14:creationId xmlns:p14="http://schemas.microsoft.com/office/powerpoint/2010/main" val="385295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Funding option: Chan Zuckerberg Initiative</a:t>
            </a:r>
          </a:p>
        </p:txBody>
      </p:sp>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2</a:t>
            </a:fld>
            <a:endParaRPr lang="en-US" dirty="0"/>
          </a:p>
        </p:txBody>
      </p:sp>
      <p:sp>
        <p:nvSpPr>
          <p:cNvPr id="5" name="Date Placeholder 4"/>
          <p:cNvSpPr>
            <a:spLocks noGrp="1"/>
          </p:cNvSpPr>
          <p:nvPr>
            <p:ph type="dt" sz="half" idx="12"/>
          </p:nvPr>
        </p:nvSpPr>
        <p:spPr/>
        <p:txBody>
          <a:bodyPr/>
          <a:lstStyle/>
          <a:p>
            <a:fld id="{FD61CEE0-8A0E-574A-8FC2-CE7BA89F0253}" type="datetime3">
              <a:rPr lang="en-GB" smtClean="0"/>
              <a:pPr/>
              <a:t>21 June, 2019</a:t>
            </a:fld>
            <a:endParaRPr lang="en-US" dirty="0"/>
          </a:p>
        </p:txBody>
      </p:sp>
      <p:sp>
        <p:nvSpPr>
          <p:cNvPr id="8" name="Content Placeholder 7"/>
          <p:cNvSpPr>
            <a:spLocks noGrp="1"/>
          </p:cNvSpPr>
          <p:nvPr>
            <p:ph sz="quarter" idx="4294967295"/>
          </p:nvPr>
        </p:nvSpPr>
        <p:spPr>
          <a:xfrm>
            <a:off x="457200" y="1053554"/>
            <a:ext cx="8229600" cy="5111750"/>
          </a:xfrm>
        </p:spPr>
        <p:txBody>
          <a:bodyPr>
            <a:normAutofit/>
          </a:bodyPr>
          <a:lstStyle/>
          <a:p>
            <a:pPr marL="0" indent="0">
              <a:buNone/>
            </a:pPr>
            <a:r>
              <a:rPr lang="en-US" sz="1100" b="1" dirty="0"/>
              <a:t>Essential Open Source Software for Science</a:t>
            </a:r>
            <a:endParaRPr lang="en-US" sz="1100" dirty="0"/>
          </a:p>
          <a:p>
            <a:pPr>
              <a:buFont typeface="Wingdings" panose="05000000000000000000" pitchFamily="2" charset="2"/>
              <a:buChar char="Ø"/>
            </a:pPr>
            <a:r>
              <a:rPr lang="en-US" sz="1100" dirty="0"/>
              <a:t>Applications for Open Source Software projects that are essential to biomedical research</a:t>
            </a:r>
          </a:p>
          <a:p>
            <a:pPr>
              <a:buFont typeface="Wingdings" panose="05000000000000000000" pitchFamily="2" charset="2"/>
              <a:buChar char="Ø"/>
            </a:pPr>
            <a:r>
              <a:rPr lang="en-US" sz="1100" dirty="0"/>
              <a:t>Between $50k-$250k for 1 year duration</a:t>
            </a:r>
          </a:p>
          <a:p>
            <a:pPr>
              <a:buFont typeface="Wingdings" panose="05000000000000000000" pitchFamily="2" charset="2"/>
              <a:buChar char="Ø"/>
            </a:pPr>
            <a:r>
              <a:rPr lang="en-US" sz="1100" dirty="0"/>
              <a:t>3 cycles. Deadlines: 1 August 2019, 1 February 2020, 1 August 2020</a:t>
            </a:r>
          </a:p>
          <a:p>
            <a:pPr>
              <a:buFont typeface="Wingdings" panose="05000000000000000000" pitchFamily="2" charset="2"/>
              <a:buChar char="Ø"/>
            </a:pPr>
            <a:endParaRPr lang="en-US" sz="1100" dirty="0"/>
          </a:p>
          <a:p>
            <a:pPr marL="0" indent="0" fontAlgn="base">
              <a:buNone/>
            </a:pPr>
            <a:r>
              <a:rPr lang="en-GB" sz="1100" dirty="0"/>
              <a:t>“Applications for two broad categories of open source projects will be considered in scope:</a:t>
            </a:r>
          </a:p>
          <a:p>
            <a:pPr marL="0" indent="0" fontAlgn="base">
              <a:buNone/>
            </a:pPr>
            <a:r>
              <a:rPr lang="en-GB" sz="1100" b="1" dirty="0"/>
              <a:t>Domain-specific software</a:t>
            </a:r>
            <a:r>
              <a:rPr lang="en-GB" sz="1100" dirty="0"/>
              <a:t> for </a:t>
            </a:r>
            <a:r>
              <a:rPr lang="en-GB" sz="1100" u="sng" dirty="0" err="1"/>
              <a:t>analyzing</a:t>
            </a:r>
            <a:r>
              <a:rPr lang="en-GB" sz="1100" u="sng" dirty="0"/>
              <a:t>, visualizing, and otherwise working with the specific data types that arise in biomedical science</a:t>
            </a:r>
            <a:r>
              <a:rPr lang="en-GB" sz="1100" dirty="0"/>
              <a:t> (e.g., genomic sequences, microscopy images, molecular structures). …</a:t>
            </a:r>
          </a:p>
          <a:p>
            <a:pPr marL="0" indent="0" fontAlgn="base">
              <a:buNone/>
            </a:pPr>
            <a:r>
              <a:rPr lang="en-GB" sz="1100" b="1" dirty="0"/>
              <a:t>Foundational tools and infrastructure</a:t>
            </a:r>
            <a:r>
              <a:rPr lang="en-GB" sz="1100" dirty="0"/>
              <a:t> that enable a wide variety of downstream software across several domains of science and computational research (e.g., numerical computation, data structures, workflows, reproducibility). While foundational tools will be considered in scope for this program, they must have demonstrated impact on some area(s) of biomedical research.”</a:t>
            </a:r>
          </a:p>
          <a:p>
            <a:pPr marL="0" indent="0" fontAlgn="base">
              <a:buNone/>
            </a:pPr>
            <a:endParaRPr lang="en-GB" sz="1100" dirty="0"/>
          </a:p>
          <a:p>
            <a:pPr marL="0" indent="0" fontAlgn="base">
              <a:buNone/>
            </a:pPr>
            <a:r>
              <a:rPr lang="en-GB" sz="1100" dirty="0"/>
              <a:t>“Acceptable use of funds includes, but is not limited to:</a:t>
            </a:r>
          </a:p>
          <a:p>
            <a:pPr fontAlgn="base"/>
            <a:r>
              <a:rPr lang="en-GB" sz="1100" u="sng" dirty="0"/>
              <a:t>Salary support for staff </a:t>
            </a:r>
            <a:r>
              <a:rPr lang="en-GB" sz="1100" dirty="0"/>
              <a:t>(full-time, part-time, or contract): developers, contributors, technical writers, community managers, product managers, project managers, user experience researchers, community educators, or other roles that directly support the project;</a:t>
            </a:r>
          </a:p>
          <a:p>
            <a:pPr fontAlgn="base"/>
            <a:r>
              <a:rPr lang="en-GB" sz="1100" dirty="0"/>
              <a:t>Hackathons, sprints, outreach, or other forms of community engagement and support for community participation;</a:t>
            </a:r>
          </a:p>
          <a:p>
            <a:pPr fontAlgn="base"/>
            <a:r>
              <a:rPr lang="en-GB" sz="1100" u="sng" dirty="0"/>
              <a:t>Operational needs </a:t>
            </a:r>
            <a:r>
              <a:rPr lang="en-GB" sz="1100" dirty="0"/>
              <a:t>such as cloud computing, storage, networking, or continuous integration services; and</a:t>
            </a:r>
          </a:p>
          <a:p>
            <a:pPr fontAlgn="base"/>
            <a:r>
              <a:rPr lang="en-GB" sz="1100" u="sng" dirty="0"/>
              <a:t>Support for work that bridges projects or ecosystems</a:t>
            </a:r>
            <a:r>
              <a:rPr lang="en-GB" sz="1100" dirty="0"/>
              <a:t>, including better coordination across projects that are similar, dependent on one another, or frequently used together.”</a:t>
            </a:r>
          </a:p>
          <a:p>
            <a:pPr fontAlgn="base"/>
            <a:endParaRPr lang="en-GB" sz="1100" dirty="0"/>
          </a:p>
          <a:p>
            <a:pPr marL="0" indent="0" algn="ctr" fontAlgn="base">
              <a:buNone/>
            </a:pPr>
            <a:r>
              <a:rPr lang="en-GB" sz="1100" dirty="0">
                <a:hlinkClick r:id="rId3"/>
              </a:rPr>
              <a:t>https://chanzuckerberg.com/rfa/essential-open-source-software-for-science/</a:t>
            </a:r>
            <a:endParaRPr lang="en-GB" sz="1100" dirty="0"/>
          </a:p>
          <a:p>
            <a:pPr marL="0" indent="0" fontAlgn="base">
              <a:buNone/>
            </a:pPr>
            <a:endParaRPr lang="en-GB" sz="1100" dirty="0"/>
          </a:p>
          <a:p>
            <a:pPr>
              <a:buFont typeface="Wingdings" panose="05000000000000000000" pitchFamily="2" charset="2"/>
              <a:buChar char="Ø"/>
            </a:pPr>
            <a:endParaRPr lang="en-US" sz="1100" dirty="0"/>
          </a:p>
        </p:txBody>
      </p:sp>
    </p:spTree>
    <p:extLst>
      <p:ext uri="{BB962C8B-B14F-4D97-AF65-F5344CB8AC3E}">
        <p14:creationId xmlns:p14="http://schemas.microsoft.com/office/powerpoint/2010/main" val="2506879830"/>
      </p:ext>
    </p:extLst>
  </p:cSld>
  <p:clrMapOvr>
    <a:masterClrMapping/>
  </p:clrMapOvr>
</p:sld>
</file>

<file path=ppt/theme/theme1.xml><?xml version="1.0" encoding="utf-8"?>
<a:theme xmlns:a="http://schemas.openxmlformats.org/drawingml/2006/main" name="Pistoia Content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istoia Alliance powerpoint template with Arial" id="{00A1C46A-5B7B-F842-B503-037E0DA5D46C}" vid="{30710D92-9E77-4645-912A-1847503BB3B0}"/>
    </a:ext>
  </a:extLst>
</a:theme>
</file>

<file path=ppt/theme/theme2.xml><?xml version="1.0" encoding="utf-8"?>
<a:theme xmlns:a="http://schemas.openxmlformats.org/drawingml/2006/main" name="Office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Pistoia Alliance powerpoint template with Arial</Template>
  <TotalTime>157</TotalTime>
  <Words>282</Words>
  <Application>Microsoft Office PowerPoint</Application>
  <PresentationFormat>On-screen Show (4:3)</PresentationFormat>
  <Paragraphs>48</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Open Sans</vt:lpstr>
      <vt:lpstr>Open Sans Light</vt:lpstr>
      <vt:lpstr>Wingdings</vt:lpstr>
      <vt:lpstr>Pistoia Content Theme</vt:lpstr>
      <vt:lpstr>‘PK Quality’ Workshop planning</vt:lpstr>
      <vt:lpstr>Funding option: Chan Zuckerberg Initiative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Norman</dc:creator>
  <cp:lastModifiedBy>Richard Norman</cp:lastModifiedBy>
  <cp:revision>9</cp:revision>
  <dcterms:created xsi:type="dcterms:W3CDTF">2019-06-21T08:24:17Z</dcterms:created>
  <dcterms:modified xsi:type="dcterms:W3CDTF">2019-06-21T11:01:27Z</dcterms:modified>
</cp:coreProperties>
</file>